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2"/>
  </p:notesMasterIdLst>
  <p:sldSz cx="12191695" cy="6858000" type="screen4x3"/>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15620"/>
    <p:restoredTop sz="94660"/>
  </p:normalViewPr>
  <p:slideViewPr>
    <p:cSldViewPr snapToGrid="0" snapToObjects="1">
      <p:cViewPr varScale="1">
        <p:scale>
          <a:sx d="100" n="124"/>
          <a:sy d="100" n="124"/>
        </p:scale>
        <p:origin x="-1512" y="-112"/>
      </p:cViewPr>
      <p:guideLst>
        <p:guide orient="horz" pos="2160"/>
        <p:guide pos="2880"/>
      </p:guideLst>
    </p:cSldViewPr>
  </p:slid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notesMaster" Target="notesMasters/notesMaster1.xml" /><Relationship Id="rId1" Type="http://schemas.openxmlformats.org/officeDocument/2006/relationships/slideMaster" Target="slideMasters/slideMaster1.xml" /><Relationship Id="rId13" Type="http://schemas.openxmlformats.org/officeDocument/2006/relationships/printerSettings" Target="printerSettings/printerSettings1.bin" /><Relationship Id="rId14" Type="http://schemas.openxmlformats.org/officeDocument/2006/relationships/presProps" Target="presProps.xml" /><Relationship Id="rId15" Type="http://schemas.openxmlformats.org/officeDocument/2006/relationships/viewProps" Target="viewProps.xml" /><Relationship Id="rId16" Type="http://schemas.openxmlformats.org/officeDocument/2006/relationships/theme" Target="theme/theme1.xml" /><Relationship Id="rId1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Don't answer the question. Wait 3 seconds. Let it sit. Every owner-operator in the room has felt the gap between "I think Maria's on it" and actually knowing. Drop in {{Prospect Name}} and {{Company}} to make it land.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Nod along with the pain. Owners live this every day. If {{Pain Point}} came up on the discovery call, name it: "you told me {{Pain Point}}, that's exactly slide two." The "walks out the door" line hits hardest with anyone who's lost a key employee.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aha. Pause here. It's a different mental model than project management. This isn't another tool your team has to update, it's a twin that already knows. Let it land before moving on.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two features that close the sale. Demo them live if you can. The live answer to "where do things stand" is the moment they lean in. For owners holding too much in their head and on sticky notes, the one-sentence delegation sells itself.</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it stops looking like a chat tool and starts looking like an operating system for the business. The new-hire angle wins anyone who's lost institutional memory. The goal roll-up wins owners running structured, accountable quarters.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converts owners who worry their team will see twins as spyware. Visibility with transparency is the whole pitch: you get oversight, they get to see it's not secret. Don't skip it for cautious teams.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Shows momentum and creates FOMO for early adopters. Tie one item to {{Company}}'s situation. If they work closely with an accountant, lead with guest seats.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it as a low-risk pilot, not a platform migration. The trial sells itself the first time the twin answers a question that would have cost a meeting. Close on the demo: confirm {{Demo Date}} before you leave the room. Leave {{Prospect Name}} your details: {{Rep Name}} / {{Rep Email}}.</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pPr>
              <a:defRPr b="1">
                <a:solidFill>
                  <a:srgbClr val="92700F"/>
                </a:solidFill>
                <a:latin typeface="Inter"/>
              </a:defRPr>
            </a:pPr>
            <a:r>
              <a:rPr lang="en-US" smtClean="0">
                <a:latin typeface="Inter"/>
              </a:rPr>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latin typeface="Inter"/>
              </a:defRPr>
            </a:pPr>
            <a:r>
              <a:rPr lang="en-US" smtClean="0">
                <a:latin typeface="Inter"/>
              </a:rPr>
              <a:t>Click to edit Master subtitle style</a:t>
            </a:r>
            <a:endParaRPr lang="en-US"/>
          </a:p>
        </p:txBody>
      </p:sp>
      <p:sp>
        <p:nvSpPr>
          <p:cNvPr id="4" name="Date Placeholder 3"/>
          <p:cNvSpPr>
            <a:spLocks noGrp="1"/>
          </p:cNvSpPr>
          <p:nvPr>
            <p:ph type="dt" sz="half" idx="10"/>
          </p:nvPr>
        </p:nvSpPr>
        <p:spPr/>
        <p:txBody>
          <a:bodyPr/>
          <a:lstStyle/>
          <a:p>
            <a:pPr>
              <a:defRPr>
                <a:latin typeface="Inter"/>
              </a:defRPr>
            </a:pPr>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pPr>
              <a:defRPr>
                <a:latin typeface="Inter"/>
              </a:defRPr>
            </a:pPr>
            <a:endParaRPr lang="en-US"/>
          </a:p>
        </p:txBody>
      </p:sp>
      <p:sp>
        <p:nvSpPr>
          <p:cNvPr id="6" name="Slide Number Placeholder 5"/>
          <p:cNvSpPr>
            <a:spLocks noGrp="1"/>
          </p:cNvSpPr>
          <p:nvPr>
            <p:ph type="sldNum" sz="quarter" idx="12"/>
          </p:nvPr>
        </p:nvSpPr>
        <p:spPr/>
        <p:txBody>
          <a:bodyPr/>
          <a:lstStyle/>
          <a:p>
            <a:pPr>
              <a:defRPr>
                <a:latin typeface="Inter"/>
              </a:defRPr>
            </a:pPr>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b="1">
                <a:solidFill>
                  <a:srgbClr val="92700F"/>
                </a:solidFill>
                <a:latin typeface="Inter"/>
              </a:defRPr>
            </a:pPr>
            <a:r>
              <a:rPr lang="en-US" smtClean="0">
                <a:latin typeface="Inter"/>
              </a:rPr>
              <a:t>Click to edit Master title style</a:t>
            </a:r>
            <a:endParaRPr lang="en-US"/>
          </a:p>
        </p:txBody>
      </p:sp>
      <p:sp>
        <p:nvSpPr>
          <p:cNvPr id="3" name="Content Placeholder 2"/>
          <p:cNvSpPr>
            <a:spLocks noGrp="1"/>
          </p:cNvSpPr>
          <p:nvPr>
            <p:ph idx="1"/>
          </p:nvPr>
        </p:nvSpPr>
        <p:spPr/>
        <p:txBody>
          <a:bodyPr/>
          <a:lstStyle/>
          <a:p>
            <a:pPr lvl="0">
              <a:defRPr>
                <a:latin typeface="Inter"/>
              </a:defRPr>
            </a:pPr>
            <a:r>
              <a:rPr lang="en-US" smtClean="0">
                <a:latin typeface="Inter"/>
              </a:rPr>
              <a:t>Click to edit Master text styles</a:t>
            </a:r>
          </a:p>
          <a:p>
            <a:pPr lvl="1">
              <a:defRPr>
                <a:latin typeface="Inter"/>
              </a:defRPr>
            </a:pPr>
            <a:r>
              <a:rPr lang="en-US" smtClean="0">
                <a:latin typeface="Inter"/>
              </a:rPr>
              <a:t>Second level</a:t>
            </a:r>
          </a:p>
          <a:p>
            <a:pPr lvl="2">
              <a:defRPr>
                <a:latin typeface="Inter"/>
              </a:defRPr>
            </a:pPr>
            <a:r>
              <a:rPr lang="en-US" smtClean="0">
                <a:latin typeface="Inter"/>
              </a:rPr>
              <a:t>Third level</a:t>
            </a:r>
          </a:p>
          <a:p>
            <a:pPr lvl="3">
              <a:defRPr>
                <a:latin typeface="Inter"/>
              </a:defRPr>
            </a:pPr>
            <a:r>
              <a:rPr lang="en-US" smtClean="0">
                <a:latin typeface="Inter"/>
              </a:rPr>
              <a:t>Fourth level</a:t>
            </a:r>
          </a:p>
          <a:p>
            <a:pPr lvl="4">
              <a:defRPr>
                <a:latin typeface="Inter"/>
              </a:defRPr>
            </a:pPr>
            <a:r>
              <a:rPr lang="en-US" smtClean="0">
                <a:latin typeface="Inter"/>
              </a:rPr>
              <a:t>Fifth level</a:t>
            </a:r>
            <a:endParaRPr lang="en-US"/>
          </a:p>
        </p:txBody>
      </p:sp>
      <p:sp>
        <p:nvSpPr>
          <p:cNvPr id="4" name="Date Placeholder 3"/>
          <p:cNvSpPr>
            <a:spLocks noGrp="1"/>
          </p:cNvSpPr>
          <p:nvPr>
            <p:ph type="dt" sz="half" idx="10"/>
          </p:nvPr>
        </p:nvSpPr>
        <p:spPr/>
        <p:txBody>
          <a:bodyPr/>
          <a:lstStyle/>
          <a:p>
            <a:pPr>
              <a:defRPr>
                <a:latin typeface="Inter"/>
              </a:defRPr>
            </a:pPr>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pPr>
              <a:defRPr>
                <a:latin typeface="Inter"/>
              </a:defRPr>
            </a:pPr>
            <a:endParaRPr lang="en-US"/>
          </a:p>
        </p:txBody>
      </p:sp>
      <p:sp>
        <p:nvSpPr>
          <p:cNvPr id="6" name="Slide Number Placeholder 5"/>
          <p:cNvSpPr>
            <a:spLocks noGrp="1"/>
          </p:cNvSpPr>
          <p:nvPr>
            <p:ph type="sldNum" sz="quarter" idx="12"/>
          </p:nvPr>
        </p:nvSpPr>
        <p:spPr/>
        <p:txBody>
          <a:bodyPr/>
          <a:lstStyle/>
          <a:p>
            <a:pPr>
              <a:defRPr>
                <a:latin typeface="Inter"/>
              </a:defRPr>
            </a:pPr>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pPr>
              <a:defRPr b="1">
                <a:solidFill>
                  <a:srgbClr val="92700F"/>
                </a:solidFill>
                <a:latin typeface="Inter"/>
              </a:defRPr>
            </a:pPr>
            <a:r>
              <a:rPr lang="en-US" smtClean="0">
                <a:latin typeface="Inter"/>
              </a:rPr>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latin typeface="Inter"/>
              </a:defRPr>
            </a:pPr>
            <a:r>
              <a:rPr lang="en-US" smtClean="0">
                <a:latin typeface="Inter"/>
              </a:rPr>
              <a:t>Click to edit Master text styles</a:t>
            </a:r>
          </a:p>
        </p:txBody>
      </p:sp>
      <p:sp>
        <p:nvSpPr>
          <p:cNvPr id="4" name="Date Placeholder 3"/>
          <p:cNvSpPr>
            <a:spLocks noGrp="1"/>
          </p:cNvSpPr>
          <p:nvPr>
            <p:ph type="dt" sz="half" idx="10"/>
          </p:nvPr>
        </p:nvSpPr>
        <p:spPr/>
        <p:txBody>
          <a:bodyPr/>
          <a:lstStyle/>
          <a:p>
            <a:pPr>
              <a:defRPr>
                <a:latin typeface="Inter"/>
              </a:defRPr>
            </a:pPr>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pPr>
              <a:defRPr>
                <a:latin typeface="Inter"/>
              </a:defRPr>
            </a:pPr>
            <a:endParaRPr lang="en-US"/>
          </a:p>
        </p:txBody>
      </p:sp>
      <p:sp>
        <p:nvSpPr>
          <p:cNvPr id="6" name="Slide Number Placeholder 5"/>
          <p:cNvSpPr>
            <a:spLocks noGrp="1"/>
          </p:cNvSpPr>
          <p:nvPr>
            <p:ph type="sldNum" sz="quarter" idx="12"/>
          </p:nvPr>
        </p:nvSpPr>
        <p:spPr/>
        <p:txBody>
          <a:bodyPr/>
          <a:lstStyle/>
          <a:p>
            <a:pPr>
              <a:defRPr>
                <a:latin typeface="Inter"/>
              </a:defRPr>
            </a:pPr>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b="1">
                <a:solidFill>
                  <a:srgbClr val="92700F"/>
                </a:solidFill>
                <a:latin typeface="Inter"/>
              </a:defRPr>
            </a:pPr>
            <a:r>
              <a:rPr lang="en-US" smtClean="0">
                <a:latin typeface="Inter"/>
              </a:rPr>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latin typeface="Inter"/>
              </a:defRPr>
            </a:pPr>
            <a:r>
              <a:rPr lang="en-US" smtClean="0">
                <a:latin typeface="Inter"/>
              </a:rPr>
              <a:t>Click to edit Master text styles</a:t>
            </a:r>
          </a:p>
          <a:p>
            <a:pPr lvl="1">
              <a:defRPr>
                <a:latin typeface="Inter"/>
              </a:defRPr>
            </a:pPr>
            <a:r>
              <a:rPr lang="en-US" smtClean="0">
                <a:latin typeface="Inter"/>
              </a:rPr>
              <a:t>Second level</a:t>
            </a:r>
          </a:p>
          <a:p>
            <a:pPr lvl="2">
              <a:defRPr>
                <a:latin typeface="Inter"/>
              </a:defRPr>
            </a:pPr>
            <a:r>
              <a:rPr lang="en-US" smtClean="0">
                <a:latin typeface="Inter"/>
              </a:rPr>
              <a:t>Third level</a:t>
            </a:r>
          </a:p>
          <a:p>
            <a:pPr lvl="3">
              <a:defRPr>
                <a:latin typeface="Inter"/>
              </a:defRPr>
            </a:pPr>
            <a:r>
              <a:rPr lang="en-US" smtClean="0">
                <a:latin typeface="Inter"/>
              </a:rPr>
              <a:t>Fourth level</a:t>
            </a:r>
          </a:p>
          <a:p>
            <a:pPr lvl="4">
              <a:defRPr>
                <a:latin typeface="Inter"/>
              </a:defRPr>
            </a:pPr>
            <a:r>
              <a:rPr lang="en-US" smtClean="0">
                <a:latin typeface="Inter"/>
              </a:rPr>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latin typeface="Inter"/>
              </a:defRPr>
            </a:pPr>
            <a:r>
              <a:rPr lang="en-US" smtClean="0">
                <a:latin typeface="Inter"/>
              </a:rPr>
              <a:t>Click to edit Master text styles</a:t>
            </a:r>
          </a:p>
          <a:p>
            <a:pPr lvl="1">
              <a:defRPr>
                <a:latin typeface="Inter"/>
              </a:defRPr>
            </a:pPr>
            <a:r>
              <a:rPr lang="en-US" smtClean="0">
                <a:latin typeface="Inter"/>
              </a:rPr>
              <a:t>Second level</a:t>
            </a:r>
          </a:p>
          <a:p>
            <a:pPr lvl="2">
              <a:defRPr>
                <a:latin typeface="Inter"/>
              </a:defRPr>
            </a:pPr>
            <a:r>
              <a:rPr lang="en-US" smtClean="0">
                <a:latin typeface="Inter"/>
              </a:rPr>
              <a:t>Third level</a:t>
            </a:r>
          </a:p>
          <a:p>
            <a:pPr lvl="3">
              <a:defRPr>
                <a:latin typeface="Inter"/>
              </a:defRPr>
            </a:pPr>
            <a:r>
              <a:rPr lang="en-US" smtClean="0">
                <a:latin typeface="Inter"/>
              </a:rPr>
              <a:t>Fourth level</a:t>
            </a:r>
          </a:p>
          <a:p>
            <a:pPr lvl="4">
              <a:defRPr>
                <a:latin typeface="Inter"/>
              </a:defRPr>
            </a:pPr>
            <a:r>
              <a:rPr lang="en-US" smtClean="0">
                <a:latin typeface="Inter"/>
              </a:rPr>
              <a:t>Fifth level</a:t>
            </a:r>
            <a:endParaRPr lang="en-US"/>
          </a:p>
        </p:txBody>
      </p:sp>
      <p:sp>
        <p:nvSpPr>
          <p:cNvPr id="5" name="Date Placeholder 4"/>
          <p:cNvSpPr>
            <a:spLocks noGrp="1"/>
          </p:cNvSpPr>
          <p:nvPr>
            <p:ph type="dt" sz="half" idx="10"/>
          </p:nvPr>
        </p:nvSpPr>
        <p:spPr/>
        <p:txBody>
          <a:bodyPr/>
          <a:lstStyle/>
          <a:p>
            <a:pPr>
              <a:defRPr>
                <a:latin typeface="Inter"/>
              </a:defRPr>
            </a:pPr>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pPr>
              <a:defRPr>
                <a:latin typeface="Inter"/>
              </a:defRPr>
            </a:pPr>
            <a:endParaRPr lang="en-US"/>
          </a:p>
        </p:txBody>
      </p:sp>
      <p:sp>
        <p:nvSpPr>
          <p:cNvPr id="7" name="Slide Number Placeholder 6"/>
          <p:cNvSpPr>
            <a:spLocks noGrp="1"/>
          </p:cNvSpPr>
          <p:nvPr>
            <p:ph type="sldNum" sz="quarter" idx="12"/>
          </p:nvPr>
        </p:nvSpPr>
        <p:spPr/>
        <p:txBody>
          <a:bodyPr/>
          <a:lstStyle/>
          <a:p>
            <a:pPr>
              <a:defRPr>
                <a:latin typeface="Inter"/>
              </a:defRPr>
            </a:pPr>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pPr>
              <a:defRPr b="1">
                <a:solidFill>
                  <a:srgbClr val="92700F"/>
                </a:solidFill>
                <a:latin typeface="Inter"/>
              </a:defRPr>
            </a:pPr>
            <a:r>
              <a:rPr lang="en-US" smtClean="0">
                <a:latin typeface="Inter"/>
              </a:rPr>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latin typeface="Inter"/>
              </a:defRPr>
            </a:pPr>
            <a:r>
              <a:rPr lang="en-US" smtClean="0">
                <a:latin typeface="Inter"/>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latin typeface="Inter"/>
              </a:defRPr>
            </a:pPr>
            <a:r>
              <a:rPr lang="en-US" smtClean="0">
                <a:latin typeface="Inter"/>
              </a:rPr>
              <a:t>Click to edit Master text styles</a:t>
            </a:r>
          </a:p>
          <a:p>
            <a:pPr lvl="1">
              <a:defRPr>
                <a:latin typeface="Inter"/>
              </a:defRPr>
            </a:pPr>
            <a:r>
              <a:rPr lang="en-US" smtClean="0">
                <a:latin typeface="Inter"/>
              </a:rPr>
              <a:t>Second level</a:t>
            </a:r>
          </a:p>
          <a:p>
            <a:pPr lvl="2">
              <a:defRPr>
                <a:latin typeface="Inter"/>
              </a:defRPr>
            </a:pPr>
            <a:r>
              <a:rPr lang="en-US" smtClean="0">
                <a:latin typeface="Inter"/>
              </a:rPr>
              <a:t>Third level</a:t>
            </a:r>
          </a:p>
          <a:p>
            <a:pPr lvl="3">
              <a:defRPr>
                <a:latin typeface="Inter"/>
              </a:defRPr>
            </a:pPr>
            <a:r>
              <a:rPr lang="en-US" smtClean="0">
                <a:latin typeface="Inter"/>
              </a:rPr>
              <a:t>Fourth level</a:t>
            </a:r>
          </a:p>
          <a:p>
            <a:pPr lvl="4">
              <a:defRPr>
                <a:latin typeface="Inter"/>
              </a:defRPr>
            </a:pPr>
            <a:r>
              <a:rPr lang="en-US" smtClean="0">
                <a:latin typeface="Inter"/>
              </a:rPr>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latin typeface="Inter"/>
              </a:defRPr>
            </a:pPr>
            <a:r>
              <a:rPr lang="en-US" smtClean="0">
                <a:latin typeface="Inter"/>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latin typeface="Inter"/>
              </a:defRPr>
            </a:pPr>
            <a:r>
              <a:rPr lang="en-US" smtClean="0">
                <a:latin typeface="Inter"/>
              </a:rPr>
              <a:t>Click to edit Master text styles</a:t>
            </a:r>
          </a:p>
          <a:p>
            <a:pPr lvl="1">
              <a:defRPr>
                <a:latin typeface="Inter"/>
              </a:defRPr>
            </a:pPr>
            <a:r>
              <a:rPr lang="en-US" smtClean="0">
                <a:latin typeface="Inter"/>
              </a:rPr>
              <a:t>Second level</a:t>
            </a:r>
          </a:p>
          <a:p>
            <a:pPr lvl="2">
              <a:defRPr>
                <a:latin typeface="Inter"/>
              </a:defRPr>
            </a:pPr>
            <a:r>
              <a:rPr lang="en-US" smtClean="0">
                <a:latin typeface="Inter"/>
              </a:rPr>
              <a:t>Third level</a:t>
            </a:r>
          </a:p>
          <a:p>
            <a:pPr lvl="3">
              <a:defRPr>
                <a:latin typeface="Inter"/>
              </a:defRPr>
            </a:pPr>
            <a:r>
              <a:rPr lang="en-US" smtClean="0">
                <a:latin typeface="Inter"/>
              </a:rPr>
              <a:t>Fourth level</a:t>
            </a:r>
          </a:p>
          <a:p>
            <a:pPr lvl="4">
              <a:defRPr>
                <a:latin typeface="Inter"/>
              </a:defRPr>
            </a:pPr>
            <a:r>
              <a:rPr lang="en-US" smtClean="0">
                <a:latin typeface="Inter"/>
              </a:rPr>
              <a:t>Fifth level</a:t>
            </a:r>
            <a:endParaRPr lang="en-US"/>
          </a:p>
        </p:txBody>
      </p:sp>
      <p:sp>
        <p:nvSpPr>
          <p:cNvPr id="7" name="Date Placeholder 6"/>
          <p:cNvSpPr>
            <a:spLocks noGrp="1"/>
          </p:cNvSpPr>
          <p:nvPr>
            <p:ph type="dt" sz="half" idx="10"/>
          </p:nvPr>
        </p:nvSpPr>
        <p:spPr/>
        <p:txBody>
          <a:bodyPr/>
          <a:lstStyle/>
          <a:p>
            <a:pPr>
              <a:defRPr>
                <a:latin typeface="Inter"/>
              </a:defRPr>
            </a:pPr>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pPr>
              <a:defRPr>
                <a:latin typeface="Inter"/>
              </a:defRPr>
            </a:pPr>
            <a:endParaRPr lang="en-US"/>
          </a:p>
        </p:txBody>
      </p:sp>
      <p:sp>
        <p:nvSpPr>
          <p:cNvPr id="9" name="Slide Number Placeholder 8"/>
          <p:cNvSpPr>
            <a:spLocks noGrp="1"/>
          </p:cNvSpPr>
          <p:nvPr>
            <p:ph type="sldNum" sz="quarter" idx="12"/>
          </p:nvPr>
        </p:nvSpPr>
        <p:spPr/>
        <p:txBody>
          <a:bodyPr/>
          <a:lstStyle/>
          <a:p>
            <a:pPr>
              <a:defRPr>
                <a:latin typeface="Inter"/>
              </a:defRPr>
            </a:pPr>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b="1">
                <a:solidFill>
                  <a:srgbClr val="92700F"/>
                </a:solidFill>
                <a:latin typeface="Inter"/>
              </a:defRPr>
            </a:pPr>
            <a:r>
              <a:rPr lang="en-US" smtClean="0">
                <a:latin typeface="Inter"/>
              </a:rPr>
              <a:t>Click to edit Master title style</a:t>
            </a:r>
            <a:endParaRPr lang="en-US"/>
          </a:p>
        </p:txBody>
      </p:sp>
      <p:sp>
        <p:nvSpPr>
          <p:cNvPr id="3" name="Date Placeholder 2"/>
          <p:cNvSpPr>
            <a:spLocks noGrp="1"/>
          </p:cNvSpPr>
          <p:nvPr>
            <p:ph type="dt" sz="half" idx="10"/>
          </p:nvPr>
        </p:nvSpPr>
        <p:spPr/>
        <p:txBody>
          <a:bodyPr/>
          <a:lstStyle/>
          <a:p>
            <a:pPr>
              <a:defRPr>
                <a:latin typeface="Inter"/>
              </a:defRPr>
            </a:pPr>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pPr>
              <a:defRPr>
                <a:latin typeface="Inter"/>
              </a:defRPr>
            </a:pPr>
            <a:endParaRPr lang="en-US"/>
          </a:p>
        </p:txBody>
      </p:sp>
      <p:sp>
        <p:nvSpPr>
          <p:cNvPr id="5" name="Slide Number Placeholder 4"/>
          <p:cNvSpPr>
            <a:spLocks noGrp="1"/>
          </p:cNvSpPr>
          <p:nvPr>
            <p:ph type="sldNum" sz="quarter" idx="12"/>
          </p:nvPr>
        </p:nvSpPr>
        <p:spPr/>
        <p:txBody>
          <a:bodyPr/>
          <a:lstStyle/>
          <a:p>
            <a:pPr>
              <a:defRPr>
                <a:latin typeface="Inter"/>
              </a:defRPr>
            </a:pPr>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latin typeface="Inter"/>
              </a:defRPr>
            </a:pPr>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pPr>
              <a:defRPr>
                <a:latin typeface="Inter"/>
              </a:defRPr>
            </a:pPr>
            <a:endParaRPr lang="en-US"/>
          </a:p>
        </p:txBody>
      </p:sp>
      <p:sp>
        <p:nvSpPr>
          <p:cNvPr id="4" name="Slide Number Placeholder 3"/>
          <p:cNvSpPr>
            <a:spLocks noGrp="1"/>
          </p:cNvSpPr>
          <p:nvPr>
            <p:ph type="sldNum" sz="quarter" idx="12"/>
          </p:nvPr>
        </p:nvSpPr>
        <p:spPr/>
        <p:txBody>
          <a:bodyPr/>
          <a:lstStyle/>
          <a:p>
            <a:pPr>
              <a:defRPr>
                <a:latin typeface="Inter"/>
              </a:defRPr>
            </a:pPr>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pPr>
              <a:defRPr b="1">
                <a:solidFill>
                  <a:srgbClr val="92700F"/>
                </a:solidFill>
                <a:latin typeface="Inter"/>
              </a:defRPr>
            </a:pPr>
            <a:r>
              <a:rPr lang="en-US" smtClean="0">
                <a:latin typeface="Inter"/>
              </a:rPr>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latin typeface="Inter"/>
              </a:defRPr>
            </a:pPr>
            <a:r>
              <a:rPr lang="en-US" smtClean="0">
                <a:latin typeface="Inter"/>
              </a:rPr>
              <a:t>Click to edit Master text styles</a:t>
            </a:r>
          </a:p>
          <a:p>
            <a:pPr lvl="1">
              <a:defRPr>
                <a:latin typeface="Inter"/>
              </a:defRPr>
            </a:pPr>
            <a:r>
              <a:rPr lang="en-US" smtClean="0">
                <a:latin typeface="Inter"/>
              </a:rPr>
              <a:t>Second level</a:t>
            </a:r>
          </a:p>
          <a:p>
            <a:pPr lvl="2">
              <a:defRPr>
                <a:latin typeface="Inter"/>
              </a:defRPr>
            </a:pPr>
            <a:r>
              <a:rPr lang="en-US" smtClean="0">
                <a:latin typeface="Inter"/>
              </a:rPr>
              <a:t>Third level</a:t>
            </a:r>
          </a:p>
          <a:p>
            <a:pPr lvl="3">
              <a:defRPr>
                <a:latin typeface="Inter"/>
              </a:defRPr>
            </a:pPr>
            <a:r>
              <a:rPr lang="en-US" smtClean="0">
                <a:latin typeface="Inter"/>
              </a:rPr>
              <a:t>Fourth level</a:t>
            </a:r>
          </a:p>
          <a:p>
            <a:pPr lvl="4">
              <a:defRPr>
                <a:latin typeface="Inter"/>
              </a:defRPr>
            </a:pPr>
            <a:r>
              <a:rPr lang="en-US" smtClean="0">
                <a:latin typeface="Inter"/>
              </a:rPr>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latin typeface="Inter"/>
              </a:defRPr>
            </a:pPr>
            <a:r>
              <a:rPr lang="en-US" smtClean="0">
                <a:latin typeface="Inter"/>
              </a:rPr>
              <a:t>Click to edit Master text styles</a:t>
            </a:r>
          </a:p>
        </p:txBody>
      </p:sp>
      <p:sp>
        <p:nvSpPr>
          <p:cNvPr id="5" name="Date Placeholder 4"/>
          <p:cNvSpPr>
            <a:spLocks noGrp="1"/>
          </p:cNvSpPr>
          <p:nvPr>
            <p:ph type="dt" sz="half" idx="10"/>
          </p:nvPr>
        </p:nvSpPr>
        <p:spPr/>
        <p:txBody>
          <a:bodyPr/>
          <a:lstStyle/>
          <a:p>
            <a:pPr>
              <a:defRPr>
                <a:latin typeface="Inter"/>
              </a:defRPr>
            </a:pPr>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pPr>
              <a:defRPr>
                <a:latin typeface="Inter"/>
              </a:defRPr>
            </a:pPr>
            <a:endParaRPr lang="en-US"/>
          </a:p>
        </p:txBody>
      </p:sp>
      <p:sp>
        <p:nvSpPr>
          <p:cNvPr id="7" name="Slide Number Placeholder 6"/>
          <p:cNvSpPr>
            <a:spLocks noGrp="1"/>
          </p:cNvSpPr>
          <p:nvPr>
            <p:ph type="sldNum" sz="quarter" idx="12"/>
          </p:nvPr>
        </p:nvSpPr>
        <p:spPr/>
        <p:txBody>
          <a:bodyPr/>
          <a:lstStyle/>
          <a:p>
            <a:pPr>
              <a:defRPr>
                <a:latin typeface="Inter"/>
              </a:defRPr>
            </a:pPr>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pPr>
              <a:defRPr b="1">
                <a:solidFill>
                  <a:srgbClr val="92700F"/>
                </a:solidFill>
                <a:latin typeface="Inter"/>
              </a:defRPr>
            </a:pPr>
            <a:r>
              <a:rPr lang="en-US" smtClean="0">
                <a:latin typeface="Inter"/>
              </a:rPr>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latin typeface="Inter"/>
              </a:defRPr>
            </a:pP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latin typeface="Inter"/>
              </a:defRPr>
            </a:pPr>
            <a:r>
              <a:rPr lang="en-US" smtClean="0">
                <a:latin typeface="Inter"/>
              </a:rPr>
              <a:t>Click to edit Master text styles</a:t>
            </a:r>
          </a:p>
        </p:txBody>
      </p:sp>
      <p:sp>
        <p:nvSpPr>
          <p:cNvPr id="5" name="Date Placeholder 4"/>
          <p:cNvSpPr>
            <a:spLocks noGrp="1"/>
          </p:cNvSpPr>
          <p:nvPr>
            <p:ph type="dt" sz="half" idx="10"/>
          </p:nvPr>
        </p:nvSpPr>
        <p:spPr/>
        <p:txBody>
          <a:bodyPr/>
          <a:lstStyle/>
          <a:p>
            <a:pPr>
              <a:defRPr>
                <a:latin typeface="Inter"/>
              </a:defRPr>
            </a:pPr>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pPr>
              <a:defRPr>
                <a:latin typeface="Inter"/>
              </a:defRPr>
            </a:pPr>
            <a:endParaRPr lang="en-US"/>
          </a:p>
        </p:txBody>
      </p:sp>
      <p:sp>
        <p:nvSpPr>
          <p:cNvPr id="7" name="Slide Number Placeholder 6"/>
          <p:cNvSpPr>
            <a:spLocks noGrp="1"/>
          </p:cNvSpPr>
          <p:nvPr>
            <p:ph type="sldNum" sz="quarter" idx="12"/>
          </p:nvPr>
        </p:nvSpPr>
        <p:spPr/>
        <p:txBody>
          <a:bodyPr/>
          <a:lstStyle/>
          <a:p>
            <a:pPr>
              <a:defRPr>
                <a:latin typeface="Inter"/>
              </a:defRPr>
            </a:pPr>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b="1">
                <a:solidFill>
                  <a:srgbClr val="92700F"/>
                </a:solidFill>
                <a:latin typeface="Inter"/>
              </a:defRPr>
            </a:pPr>
            <a:r>
              <a:rPr lang="en-US" smtClean="0">
                <a:latin typeface="Inter"/>
              </a:rPr>
              <a:t>Click to edit Master title style</a:t>
            </a:r>
            <a:endParaRPr lang="en-US"/>
          </a:p>
        </p:txBody>
      </p:sp>
      <p:sp>
        <p:nvSpPr>
          <p:cNvPr id="3" name="Vertical Text Placeholder 2"/>
          <p:cNvSpPr>
            <a:spLocks noGrp="1"/>
          </p:cNvSpPr>
          <p:nvPr>
            <p:ph type="body" orient="vert" idx="1"/>
          </p:nvPr>
        </p:nvSpPr>
        <p:spPr/>
        <p:txBody>
          <a:bodyPr vert="eaVert"/>
          <a:lstStyle/>
          <a:p>
            <a:pPr lvl="0">
              <a:defRPr>
                <a:latin typeface="Inter"/>
              </a:defRPr>
            </a:pPr>
            <a:r>
              <a:rPr lang="en-US" smtClean="0">
                <a:latin typeface="Inter"/>
              </a:rPr>
              <a:t>Click to edit Master text styles</a:t>
            </a:r>
          </a:p>
          <a:p>
            <a:pPr lvl="1">
              <a:defRPr>
                <a:latin typeface="Inter"/>
              </a:defRPr>
            </a:pPr>
            <a:r>
              <a:rPr lang="en-US" smtClean="0">
                <a:latin typeface="Inter"/>
              </a:rPr>
              <a:t>Second level</a:t>
            </a:r>
          </a:p>
          <a:p>
            <a:pPr lvl="2">
              <a:defRPr>
                <a:latin typeface="Inter"/>
              </a:defRPr>
            </a:pPr>
            <a:r>
              <a:rPr lang="en-US" smtClean="0">
                <a:latin typeface="Inter"/>
              </a:rPr>
              <a:t>Third level</a:t>
            </a:r>
          </a:p>
          <a:p>
            <a:pPr lvl="3">
              <a:defRPr>
                <a:latin typeface="Inter"/>
              </a:defRPr>
            </a:pPr>
            <a:r>
              <a:rPr lang="en-US" smtClean="0">
                <a:latin typeface="Inter"/>
              </a:rPr>
              <a:t>Fourth level</a:t>
            </a:r>
          </a:p>
          <a:p>
            <a:pPr lvl="4">
              <a:defRPr>
                <a:latin typeface="Inter"/>
              </a:defRPr>
            </a:pPr>
            <a:r>
              <a:rPr lang="en-US" smtClean="0">
                <a:latin typeface="Inter"/>
              </a:rPr>
              <a:t>Fifth level</a:t>
            </a:r>
            <a:endParaRPr lang="en-US"/>
          </a:p>
        </p:txBody>
      </p:sp>
      <p:sp>
        <p:nvSpPr>
          <p:cNvPr id="4" name="Date Placeholder 3"/>
          <p:cNvSpPr>
            <a:spLocks noGrp="1"/>
          </p:cNvSpPr>
          <p:nvPr>
            <p:ph type="dt" sz="half" idx="10"/>
          </p:nvPr>
        </p:nvSpPr>
        <p:spPr/>
        <p:txBody>
          <a:bodyPr/>
          <a:lstStyle/>
          <a:p>
            <a:pPr>
              <a:defRPr>
                <a:latin typeface="Inter"/>
              </a:defRPr>
            </a:pPr>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pPr>
              <a:defRPr>
                <a:latin typeface="Inter"/>
              </a:defRPr>
            </a:pPr>
            <a:endParaRPr lang="en-US"/>
          </a:p>
        </p:txBody>
      </p:sp>
      <p:sp>
        <p:nvSpPr>
          <p:cNvPr id="6" name="Slide Number Placeholder 5"/>
          <p:cNvSpPr>
            <a:spLocks noGrp="1"/>
          </p:cNvSpPr>
          <p:nvPr>
            <p:ph type="sldNum" sz="quarter" idx="12"/>
          </p:nvPr>
        </p:nvSpPr>
        <p:spPr/>
        <p:txBody>
          <a:bodyPr/>
          <a:lstStyle/>
          <a:p>
            <a:pPr>
              <a:defRPr>
                <a:latin typeface="Inter"/>
              </a:defRPr>
            </a:pPr>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pPr>
              <a:defRPr b="1">
                <a:solidFill>
                  <a:srgbClr val="92700F"/>
                </a:solidFill>
                <a:latin typeface="Inter"/>
              </a:defRPr>
            </a:pPr>
            <a:r>
              <a:rPr lang="en-US" smtClean="0">
                <a:latin typeface="Inter"/>
              </a:rPr>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defRPr>
                <a:latin typeface="Inter"/>
              </a:defRPr>
            </a:pPr>
            <a:r>
              <a:rPr lang="en-US" smtClean="0">
                <a:latin typeface="Inter"/>
              </a:rPr>
              <a:t>Click to edit Master text styles</a:t>
            </a:r>
          </a:p>
          <a:p>
            <a:pPr lvl="1">
              <a:defRPr>
                <a:latin typeface="Inter"/>
              </a:defRPr>
            </a:pPr>
            <a:r>
              <a:rPr lang="en-US" smtClean="0">
                <a:latin typeface="Inter"/>
              </a:rPr>
              <a:t>Second level</a:t>
            </a:r>
          </a:p>
          <a:p>
            <a:pPr lvl="2">
              <a:defRPr>
                <a:latin typeface="Inter"/>
              </a:defRPr>
            </a:pPr>
            <a:r>
              <a:rPr lang="en-US" smtClean="0">
                <a:latin typeface="Inter"/>
              </a:rPr>
              <a:t>Third level</a:t>
            </a:r>
          </a:p>
          <a:p>
            <a:pPr lvl="3">
              <a:defRPr>
                <a:latin typeface="Inter"/>
              </a:defRPr>
            </a:pPr>
            <a:r>
              <a:rPr lang="en-US" smtClean="0">
                <a:latin typeface="Inter"/>
              </a:rPr>
              <a:t>Fourth level</a:t>
            </a:r>
          </a:p>
          <a:p>
            <a:pPr lvl="4">
              <a:defRPr>
                <a:latin typeface="Inter"/>
              </a:defRPr>
            </a:pPr>
            <a:r>
              <a:rPr lang="en-US" smtClean="0">
                <a:latin typeface="Inter"/>
              </a:rPr>
              <a:t>Fifth level</a:t>
            </a:r>
            <a:endParaRPr lang="en-US"/>
          </a:p>
        </p:txBody>
      </p:sp>
      <p:sp>
        <p:nvSpPr>
          <p:cNvPr id="4" name="Date Placeholder 3"/>
          <p:cNvSpPr>
            <a:spLocks noGrp="1"/>
          </p:cNvSpPr>
          <p:nvPr>
            <p:ph type="dt" sz="half" idx="10"/>
          </p:nvPr>
        </p:nvSpPr>
        <p:spPr/>
        <p:txBody>
          <a:bodyPr/>
          <a:lstStyle/>
          <a:p>
            <a:pPr>
              <a:defRPr>
                <a:latin typeface="Inter"/>
              </a:defRPr>
            </a:pPr>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pPr>
              <a:defRPr>
                <a:latin typeface="Inter"/>
              </a:defRPr>
            </a:pPr>
            <a:endParaRPr lang="en-US"/>
          </a:p>
        </p:txBody>
      </p:sp>
      <p:sp>
        <p:nvSpPr>
          <p:cNvPr id="6" name="Slide Number Placeholder 5"/>
          <p:cNvSpPr>
            <a:spLocks noGrp="1"/>
          </p:cNvSpPr>
          <p:nvPr>
            <p:ph type="sldNum" sz="quarter" idx="12"/>
          </p:nvPr>
        </p:nvSpPr>
        <p:spPr/>
        <p:txBody>
          <a:bodyPr/>
          <a:lstStyle/>
          <a:p>
            <a:pPr>
              <a:defRPr>
                <a:latin typeface="Inter"/>
              </a:defRPr>
            </a:pPr>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 /><Relationship Id="rId2" Target="../slideLayouts/slideLayout2.xml" Type="http://schemas.openxmlformats.org/officeDocument/2006/relationships/slideLayout" /><Relationship Id="rId3" Target="../slideLayouts/slideLayout3.xml" Type="http://schemas.openxmlformats.org/officeDocument/2006/relationships/slideLayout" /><Relationship Id="rId4" Target="../slideLayouts/slideLayout4.xml" Type="http://schemas.openxmlformats.org/officeDocument/2006/relationships/slideLayout" /><Relationship Id="rId5" Target="../slideLayouts/slideLayout5.xml" Type="http://schemas.openxmlformats.org/officeDocument/2006/relationships/slideLayout" /><Relationship Id="rId6" Target="../slideLayouts/slideLayout6.xml" Type="http://schemas.openxmlformats.org/officeDocument/2006/relationships/slideLayout" /><Relationship Id="rId7" Target="../slideLayouts/slideLayout7.xml" Type="http://schemas.openxmlformats.org/officeDocument/2006/relationships/slideLayout" /><Relationship Id="rId8" Target="../slideLayouts/slideLayout8.xml" Type="http://schemas.openxmlformats.org/officeDocument/2006/relationships/slideLayout" /><Relationship Id="rId9" Target="../slideLayouts/slideLayout9.xml" Type="http://schemas.openxmlformats.org/officeDocument/2006/relationships/slideLayout" /><Relationship Id="rId10" Target="../slideLayouts/slideLayout10.xml" Type="http://schemas.openxmlformats.org/officeDocument/2006/relationships/slideLayout" /><Relationship Id="rId11" Target="../slideLayouts/slideLayout11.xml" Type="http://schemas.openxmlformats.org/officeDocument/2006/relationships/slideLayout" /><Relationship Id="rId12" Target="../theme/theme1.xml" Type="http://schemas.openxmlformats.org/officeDocument/2006/relationships/theme"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anchor="ctr" bIns="45720" lIns="91440" rIns="91440" rtlCol="0" tIns="45720" vert="horz">
            <a:normAutofit/>
          </a:bodyPr>
          <a:lstStyle/>
          <a:p>
            <a:pPr>
              <a:defRPr b="1">
                <a:solidFill>
                  <a:srgbClr val="92700F"/>
                </a:solidFill>
                <a:latin typeface="Inter"/>
              </a:defRPr>
            </a:pPr>
            <a:r>
              <a:rPr lang="en-US" smtClean="0">
                <a:latin typeface="Inter"/>
              </a:rPr>
              <a:t>Click to edit Master title style</a:t>
            </a:r>
            <a:endParaRPr lang="en-US"/>
          </a:p>
        </p:txBody>
      </p:sp>
      <p:sp>
        <p:nvSpPr>
          <p:cNvPr id="3" name="Text Placeholder 2"/>
          <p:cNvSpPr>
            <a:spLocks noGrp="1"/>
          </p:cNvSpPr>
          <p:nvPr>
            <p:ph idx="1" type="body"/>
          </p:nvPr>
        </p:nvSpPr>
        <p:spPr>
          <a:xfrm>
            <a:off x="457200" y="1600200"/>
            <a:ext cx="8229600" cy="4525963"/>
          </a:xfrm>
          <a:prstGeom prst="rect">
            <a:avLst/>
          </a:prstGeom>
        </p:spPr>
        <p:txBody>
          <a:bodyPr bIns="45720" lIns="91440" rIns="91440" rtlCol="0" tIns="45720" vert="horz">
            <a:normAutofit/>
          </a:bodyPr>
          <a:lstStyle/>
          <a:p>
            <a:pPr lvl="0">
              <a:defRPr>
                <a:latin typeface="Inter"/>
              </a:defRPr>
            </a:pPr>
            <a:r>
              <a:rPr lang="en-US" smtClean="0">
                <a:latin typeface="Inter"/>
              </a:rPr>
              <a:t>Click to edit Master text styles</a:t>
            </a:r>
          </a:p>
          <a:p>
            <a:pPr lvl="1">
              <a:defRPr>
                <a:latin typeface="Inter"/>
              </a:defRPr>
            </a:pPr>
            <a:r>
              <a:rPr lang="en-US" smtClean="0">
                <a:latin typeface="Inter"/>
              </a:rPr>
              <a:t>Second level</a:t>
            </a:r>
          </a:p>
          <a:p>
            <a:pPr lvl="2">
              <a:defRPr>
                <a:latin typeface="Inter"/>
              </a:defRPr>
            </a:pPr>
            <a:r>
              <a:rPr lang="en-US" smtClean="0">
                <a:latin typeface="Inter"/>
              </a:rPr>
              <a:t>Third level</a:t>
            </a:r>
          </a:p>
          <a:p>
            <a:pPr lvl="3">
              <a:defRPr>
                <a:latin typeface="Inter"/>
              </a:defRPr>
            </a:pPr>
            <a:r>
              <a:rPr lang="en-US" smtClean="0">
                <a:latin typeface="Inter"/>
              </a:rPr>
              <a:t>Fourth level</a:t>
            </a:r>
          </a:p>
          <a:p>
            <a:pPr lvl="4">
              <a:defRPr>
                <a:latin typeface="Inter"/>
              </a:defRPr>
            </a:pPr>
            <a:r>
              <a:rPr lang="en-US" smtClean="0">
                <a:latin typeface="Inter"/>
              </a:rPr>
              <a:t>Fifth level</a:t>
            </a:r>
            <a:endParaRPr lang="en-US"/>
          </a:p>
        </p:txBody>
      </p:sp>
      <p:sp>
        <p:nvSpPr>
          <p:cNvPr id="4" name="Date Placeholder 3"/>
          <p:cNvSpPr>
            <a:spLocks noGrp="1"/>
          </p:cNvSpPr>
          <p:nvPr>
            <p:ph idx="2" sz="half" type="dt"/>
          </p:nvPr>
        </p:nvSpPr>
        <p:spPr>
          <a:xfrm>
            <a:off x="457200" y="6356350"/>
            <a:ext cx="2133600" cy="365125"/>
          </a:xfrm>
          <a:prstGeom prst="rect">
            <a:avLst/>
          </a:prstGeom>
        </p:spPr>
        <p:txBody>
          <a:bodyPr anchor="ctr" bIns="45720" lIns="91440" rIns="91440" rtlCol="0" tIns="45720" vert="horz"/>
          <a:lstStyle>
            <a:lvl1pPr algn="l">
              <a:defRPr sz="1200">
                <a:solidFill>
                  <a:schemeClr val="tx1">
                    <a:tint val="75000"/>
                  </a:schemeClr>
                </a:solidFill>
              </a:defRPr>
            </a:lvl1pPr>
          </a:lstStyle>
          <a:p>
            <a:pPr>
              <a:defRPr>
                <a:latin typeface="Inter"/>
              </a:defRPr>
            </a:pPr>
            <a:fld id="{5BCAD085-E8A6-8845-BD4E-CB4CCA059FC4}" type="datetimeFigureOut">
              <a:rPr lang="en-US" smtClean="0"/>
              <a:t>1/27/13</a:t>
            </a:fld>
            <a:endParaRPr lang="en-US"/>
          </a:p>
        </p:txBody>
      </p:sp>
      <p:sp>
        <p:nvSpPr>
          <p:cNvPr id="5" name="Footer Placeholder 4"/>
          <p:cNvSpPr>
            <a:spLocks noGrp="1"/>
          </p:cNvSpPr>
          <p:nvPr>
            <p:ph idx="3" sz="quarter" type="ftr"/>
          </p:nvPr>
        </p:nvSpPr>
        <p:spPr>
          <a:xfrm>
            <a:off x="3124200" y="6356350"/>
            <a:ext cx="2895600" cy="365125"/>
          </a:xfrm>
          <a:prstGeom prst="rect">
            <a:avLst/>
          </a:prstGeom>
        </p:spPr>
        <p:txBody>
          <a:bodyPr anchor="ctr" bIns="45720" lIns="91440" rIns="91440" rtlCol="0" tIns="45720" vert="horz"/>
          <a:lstStyle>
            <a:lvl1pPr algn="ctr">
              <a:defRPr sz="1200">
                <a:solidFill>
                  <a:schemeClr val="tx1">
                    <a:tint val="75000"/>
                  </a:schemeClr>
                </a:solidFill>
              </a:defRPr>
            </a:lvl1pPr>
          </a:lstStyle>
          <a:p>
            <a:pPr>
              <a:defRPr>
                <a:latin typeface="Inter"/>
              </a:defRPr>
            </a:pPr>
            <a:endParaRPr lang="en-US"/>
          </a:p>
        </p:txBody>
      </p:sp>
      <p:sp>
        <p:nvSpPr>
          <p:cNvPr id="6" name="Slide Number Placeholder 5"/>
          <p:cNvSpPr>
            <a:spLocks noGrp="1"/>
          </p:cNvSpPr>
          <p:nvPr>
            <p:ph idx="4" sz="quarter" type="sldNum"/>
          </p:nvPr>
        </p:nvSpPr>
        <p:spPr>
          <a:xfrm>
            <a:off x="6553200" y="6356350"/>
            <a:ext cx="21336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pPr>
              <a:defRPr>
                <a:latin typeface="Inter"/>
              </a:defRPr>
            </a:pPr>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eaLnBrk="1" hangingPunct="1" latinLnBrk="0" rtl="0">
        <a:spcBef>
          <a:spcPct val="0"/>
        </a:spcBef>
        <a:buNone/>
        <a:defRPr kern="1200" sz="4400">
          <a:solidFill>
            <a:schemeClr val="tx1"/>
          </a:solidFill>
          <a:latin typeface="+mj-lt"/>
          <a:ea typeface="+mj-ea"/>
          <a:cs typeface="+mj-cs"/>
        </a:defRPr>
      </a:lvl1pPr>
    </p:titleStyle>
    <p:bodyStyle>
      <a:lvl1pPr algn="l" defTabSz="457200" eaLnBrk="1" hangingPunct="1" indent="-342900" latinLnBrk="0" marL="342900" rtl="0">
        <a:spcBef>
          <a:spcPct val="20000"/>
        </a:spcBef>
        <a:buFont typeface="Arial"/>
        <a:buChar char="•"/>
        <a:defRPr kern="1200" sz="3200">
          <a:solidFill>
            <a:schemeClr val="tx1"/>
          </a:solidFill>
          <a:latin typeface="+mn-lt"/>
          <a:ea typeface="+mn-ea"/>
          <a:cs typeface="+mn-cs"/>
        </a:defRPr>
      </a:lvl1pPr>
      <a:lvl2pPr algn="l" defTabSz="457200" eaLnBrk="1" hangingPunct="1" indent="-285750" latinLnBrk="0" marL="742950" rtl="0">
        <a:spcBef>
          <a:spcPct val="20000"/>
        </a:spcBef>
        <a:buFont typeface="Arial"/>
        <a:buChar char="–"/>
        <a:defRPr kern="1200" sz="2800">
          <a:solidFill>
            <a:schemeClr val="tx1"/>
          </a:solidFill>
          <a:latin typeface="+mn-lt"/>
          <a:ea typeface="+mn-ea"/>
          <a:cs typeface="+mn-cs"/>
        </a:defRPr>
      </a:lvl2pPr>
      <a:lvl3pPr algn="l" defTabSz="457200" eaLnBrk="1" hangingPunct="1" indent="-228600" latinLnBrk="0" marL="1143000" rtl="0">
        <a:spcBef>
          <a:spcPct val="20000"/>
        </a:spcBef>
        <a:buFont typeface="Arial"/>
        <a:buChar char="•"/>
        <a:defRPr kern="1200" sz="2400">
          <a:solidFill>
            <a:schemeClr val="tx1"/>
          </a:solidFill>
          <a:latin typeface="+mn-lt"/>
          <a:ea typeface="+mn-ea"/>
          <a:cs typeface="+mn-cs"/>
        </a:defRPr>
      </a:lvl3pPr>
      <a:lvl4pPr algn="l" defTabSz="457200" eaLnBrk="1" hangingPunct="1" indent="-228600" latinLnBrk="0" marL="1600200" rtl="0">
        <a:spcBef>
          <a:spcPct val="20000"/>
        </a:spcBef>
        <a:buFont typeface="Arial"/>
        <a:buChar char="–"/>
        <a:defRPr kern="1200" sz="2000">
          <a:solidFill>
            <a:schemeClr val="tx1"/>
          </a:solidFill>
          <a:latin typeface="+mn-lt"/>
          <a:ea typeface="+mn-ea"/>
          <a:cs typeface="+mn-cs"/>
        </a:defRPr>
      </a:lvl4pPr>
      <a:lvl5pPr algn="l" defTabSz="457200" eaLnBrk="1" hangingPunct="1" indent="-228600" latinLnBrk="0" marL="2057400" rtl="0">
        <a:spcBef>
          <a:spcPct val="20000"/>
        </a:spcBef>
        <a:buFont typeface="Arial"/>
        <a:buChar char="»"/>
        <a:defRPr kern="1200" sz="2000">
          <a:solidFill>
            <a:schemeClr val="tx1"/>
          </a:solidFill>
          <a:latin typeface="+mn-lt"/>
          <a:ea typeface="+mn-ea"/>
          <a:cs typeface="+mn-cs"/>
        </a:defRPr>
      </a:lvl5pPr>
      <a:lvl6pPr algn="l" defTabSz="457200" eaLnBrk="1" hangingPunct="1" indent="-228600" latinLnBrk="0" marL="2514600" rtl="0">
        <a:spcBef>
          <a:spcPct val="20000"/>
        </a:spcBef>
        <a:buFont typeface="Arial"/>
        <a:buChar char="•"/>
        <a:defRPr kern="1200" sz="2000">
          <a:solidFill>
            <a:schemeClr val="tx1"/>
          </a:solidFill>
          <a:latin typeface="+mn-lt"/>
          <a:ea typeface="+mn-ea"/>
          <a:cs typeface="+mn-cs"/>
        </a:defRPr>
      </a:lvl6pPr>
      <a:lvl7pPr algn="l" defTabSz="457200" eaLnBrk="1" hangingPunct="1" indent="-228600" latinLnBrk="0" marL="2971800" rtl="0">
        <a:spcBef>
          <a:spcPct val="20000"/>
        </a:spcBef>
        <a:buFont typeface="Arial"/>
        <a:buChar char="•"/>
        <a:defRPr kern="1200" sz="2000">
          <a:solidFill>
            <a:schemeClr val="tx1"/>
          </a:solidFill>
          <a:latin typeface="+mn-lt"/>
          <a:ea typeface="+mn-ea"/>
          <a:cs typeface="+mn-cs"/>
        </a:defRPr>
      </a:lvl7pPr>
      <a:lvl8pPr algn="l" defTabSz="457200" eaLnBrk="1" hangingPunct="1" indent="-228600" latinLnBrk="0" marL="3429000" rtl="0">
        <a:spcBef>
          <a:spcPct val="20000"/>
        </a:spcBef>
        <a:buFont typeface="Arial"/>
        <a:buChar char="•"/>
        <a:defRPr kern="1200" sz="2000">
          <a:solidFill>
            <a:schemeClr val="tx1"/>
          </a:solidFill>
          <a:latin typeface="+mn-lt"/>
          <a:ea typeface="+mn-ea"/>
          <a:cs typeface="+mn-cs"/>
        </a:defRPr>
      </a:lvl8pPr>
      <a:lvl9pPr algn="l" defTabSz="457200" eaLnBrk="1" hangingPunct="1" indent="-228600" latinLnBrk="0" marL="3886200" rtl="0">
        <a:spcBef>
          <a:spcPct val="20000"/>
        </a:spcBef>
        <a:buFont typeface="Arial"/>
        <a:buChar char="•"/>
        <a:defRPr kern="1200" sz="2000">
          <a:solidFill>
            <a:schemeClr val="tx1"/>
          </a:solidFill>
          <a:latin typeface="+mn-lt"/>
          <a:ea typeface="+mn-ea"/>
          <a:cs typeface="+mn-cs"/>
        </a:defRPr>
      </a:lvl9pPr>
    </p:bodyStyle>
    <p:other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pPr lvl="0" indent="0" marL="0">
              <a:buNone/>
            </a:pPr>
            <a:r>
              <a:rPr/>
              <a:t>ProAsiste: Pitch Deck</a:t>
            </a:r>
          </a:p>
        </p:txBody>
      </p:sp>
      <p:sp>
        <p:nvSpPr>
          <p:cNvPr id="3" name="Subtitle 2"/>
          <p:cNvSpPr>
            <a:spLocks noGrp="1"/>
          </p:cNvSpPr>
          <p:nvPr>
            <p:ph idx="1" type="subTitle"/>
          </p:nvPr>
        </p:nvSpPr>
        <p:spPr>
          <a:xfrm>
            <a:off x="1371600" y="3886200"/>
            <a:ext cx="6400800" cy="175260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HOW TO USE THIS TEMPLATE.</a:t>
            </a:r>
            <a:r>
              <a:rPr sz="2000"/>
              <a:t> 1. </a:t>
            </a:r>
            <a:r>
              <a:rPr sz="2000" i="1"/>
              <a:t>File → Make a copy.</a:t>
            </a:r>
            <a:r>
              <a:rPr sz="2000"/>
              <a:t> 2. Rename it for your prospect. 3. Replace every highlighted </a:t>
            </a:r>
            <a:r>
              <a:rPr sz="2000" b="1"/>
              <a:t>{{field}}</a:t>
            </a:r>
            <a:r>
              <a:rPr sz="2000"/>
              <a:t>. 4. Delete this box. 5. </a:t>
            </a:r>
            <a:r>
              <a:rPr sz="2000" i="1"/>
              <a:t>File → Download → PDF</a:t>
            </a:r>
            <a:r>
              <a:rPr sz="2000"/>
              <a:t> to send.</a:t>
            </a:r>
          </a:p>
          <a:p>
            <a:pPr lvl="0" indent="0" marL="1270000">
              <a:buNone/>
            </a:pPr>
            <a:r>
              <a:rPr sz="2000" b="1"/>
              <a:t>Fields in this template:</a:t>
            </a:r>
            <a:r>
              <a:rPr sz="2000"/>
              <a:t> {{Prospect Name}} · {{Company}} · {{Pain Point}} · {{Tier}} · {{Rep Name}} · {{Rep Email}}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When's the last time you knew, without a meeting, what every person on your team was working on?</a:t>
            </a:r>
          </a:p>
        </p:txBody>
      </p:sp>
      <p:sp>
        <p:nvSpPr>
          <p:cNvPr id="3" name="Content Placeholder 2"/>
          <p:cNvSpPr>
            <a:spLocks noGrp="1"/>
          </p:cNvSpPr>
          <p:nvPr>
            <p:ph idx="1"/>
          </p:nvPr>
        </p:nvSpPr>
        <p:spPr/>
        <p:txBody>
          <a:bodyPr/>
          <a:lstStyle/>
          <a:p>
            <a:pPr lvl="0"/>
            <a:r>
              <a:rPr/>
              <a:t>Not what they said in standup. What they actually handled.</a:t>
            </a:r>
          </a:p>
          <a:p>
            <a:pPr lvl="0"/>
            <a:r>
              <a:rPr/>
              <a:t>{{Prospect Name}}, this is the question we want to answer for {{Company}}.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problem with running on status meetings</a:t>
            </a:r>
          </a:p>
        </p:txBody>
      </p:sp>
      <p:sp>
        <p:nvSpPr>
          <p:cNvPr id="3" name="Content Placeholder 2"/>
          <p:cNvSpPr>
            <a:spLocks noGrp="1"/>
          </p:cNvSpPr>
          <p:nvPr>
            <p:ph idx="1"/>
          </p:nvPr>
        </p:nvSpPr>
        <p:spPr/>
        <p:txBody>
          <a:bodyPr/>
          <a:lstStyle/>
          <a:p>
            <a:pPr lvl="0"/>
            <a:r>
              <a:rPr/>
              <a:t>Status meetings to find out what already happened</a:t>
            </a:r>
          </a:p>
          <a:p>
            <a:pPr lvl="0"/>
            <a:r>
              <a:rPr/>
              <a:t>Knowledge lives in people's heads, and walks out the door when they leave</a:t>
            </a:r>
          </a:p>
          <a:p>
            <a:pPr lvl="0"/>
            <a:r>
              <a:rPr/>
              <a:t>Reports compiled by hand, stale the moment they're done</a:t>
            </a:r>
          </a:p>
          <a:p>
            <a:pPr lvl="0"/>
            <a:r>
              <a:rPr/>
              <a:t>You're always one step behind your own operation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if every person on your team had their own AI twin, and you had an owner twin too?</a:t>
            </a:r>
          </a:p>
        </p:txBody>
      </p:sp>
      <p:sp>
        <p:nvSpPr>
          <p:cNvPr id="3" name="Content Placeholder 2"/>
          <p:cNvSpPr>
            <a:spLocks noGrp="1"/>
          </p:cNvSpPr>
          <p:nvPr>
            <p:ph idx="1"/>
          </p:nvPr>
        </p:nvSpPr>
        <p:spPr/>
        <p:txBody>
          <a:bodyPr/>
          <a:lstStyle/>
          <a:p>
            <a:pPr lvl="0"/>
            <a:r>
              <a:rPr/>
              <a:t>Team twins and your owner twin, talking to each other</a:t>
            </a:r>
          </a:p>
          <a:p>
            <a:pPr lvl="0"/>
            <a:r>
              <a:rPr/>
              <a:t>Two twins. One continuous conversation.</a:t>
            </a:r>
          </a:p>
          <a:p>
            <a:pPr lvl="0"/>
            <a:r>
              <a:rPr/>
              <a:t>This is ProAsiste: a daily standup that writes itself.</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See. Delegate.</a:t>
            </a:r>
          </a:p>
        </p:txBody>
      </p:sp>
      <p:sp>
        <p:nvSpPr>
          <p:cNvPr id="3" name="Content Placeholder 2"/>
          <p:cNvSpPr>
            <a:spLocks noGrp="1"/>
          </p:cNvSpPr>
          <p:nvPr>
            <p:ph idx="1"/>
          </p:nvPr>
        </p:nvSpPr>
        <p:spPr/>
        <p:txBody>
          <a:bodyPr/>
          <a:lstStyle/>
          <a:p>
            <a:pPr lvl="0"/>
            <a:r>
              <a:rPr/>
              <a:t>See what your team handled today. Ask your twin "Where do the Q3 installs stand?" Live answer, pulled from your team's twins. No status meeting.</a:t>
            </a:r>
          </a:p>
          <a:p>
            <a:pPr lvl="0"/>
            <a:r>
              <a:rPr/>
              <a:t>Delegate in one sentence. Type "have Maria follow up on the Henderson quote by Friday" and it lands in her twin's chat, tracked back to yours.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Onboard. Move goals.</a:t>
            </a:r>
          </a:p>
        </p:txBody>
      </p:sp>
      <p:sp>
        <p:nvSpPr>
          <p:cNvPr id="3" name="Content Placeholder 2"/>
          <p:cNvSpPr>
            <a:spLocks noGrp="1"/>
          </p:cNvSpPr>
          <p:nvPr>
            <p:ph idx="1"/>
          </p:nvPr>
        </p:nvSpPr>
        <p:spPr/>
        <p:txBody>
          <a:bodyPr/>
          <a:lstStyle/>
          <a:p>
            <a:pPr lvl="0"/>
            <a:r>
              <a:rPr/>
              <a:t>Day-one context for new hires: every conversation, fact, and filed doc feeds a shared knowledge graph; new hires get years of context on day one without asking anyone.</a:t>
            </a:r>
          </a:p>
          <a:p>
            <a:pPr lvl="0"/>
            <a:r>
              <a:rPr/>
              <a:t>Goals the whole team moves: set "$75K recurring by Q4," every team member's progress rolls up into the bar automatically.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Oversight your team actually trusts</a:t>
            </a:r>
          </a:p>
        </p:txBody>
      </p:sp>
      <p:sp>
        <p:nvSpPr>
          <p:cNvPr id="3" name="Content Placeholder 2"/>
          <p:cNvSpPr>
            <a:spLocks noGrp="1"/>
          </p:cNvSpPr>
          <p:nvPr>
            <p:ph idx="1"/>
          </p:nvPr>
        </p:nvSpPr>
        <p:spPr/>
        <p:txBody>
          <a:bodyPr/>
          <a:lstStyle/>
          <a:p>
            <a:pPr lvl="0"/>
            <a:r>
              <a:rPr/>
              <a:t>Administrator, employee, and mentor roles per seat</a:t>
            </a:r>
          </a:p>
          <a:p>
            <a:pPr lvl="0"/>
            <a:r>
              <a:rPr/>
              <a:t>Everyone sees who can see what, with no black-box surveillance</a:t>
            </a:r>
          </a:p>
          <a:p>
            <a:pPr lvl="0"/>
            <a:r>
              <a:rPr/>
              <a:t>Mentor seats are free</a:t>
            </a:r>
          </a:p>
          <a:p>
            <a:pPr lvl="0"/>
            <a:r>
              <a:rPr/>
              <a:t>You get the full picture; your team keeps their trust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This quarter and next</a:t>
            </a:r>
          </a:p>
        </p:txBody>
      </p:sp>
      <p:sp>
        <p:nvSpPr>
          <p:cNvPr id="3" name="Content Placeholder 2"/>
          <p:cNvSpPr>
            <a:spLocks noGrp="1"/>
          </p:cNvSpPr>
          <p:nvPr>
            <p:ph idx="1"/>
          </p:nvPr>
        </p:nvSpPr>
        <p:spPr/>
        <p:txBody>
          <a:bodyPr/>
          <a:lstStyle/>
          <a:p>
            <a:pPr lvl="0"/>
            <a:r>
              <a:rPr/>
              <a:t>Team dashboard across every seat</a:t>
            </a:r>
          </a:p>
          <a:p>
            <a:pPr lvl="0"/>
            <a:r>
              <a:rPr/>
              <a:t>Advisor and accountant guest seats</a:t>
            </a:r>
          </a:p>
          <a:p>
            <a:pPr lvl="0"/>
            <a:r>
              <a:rPr/>
              <a:t>Approval workflows for quotes and spend</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Start with your team this week</a:t>
            </a:r>
          </a:p>
        </p:txBody>
      </p:sp>
      <p:sp>
        <p:nvSpPr>
          <p:cNvPr id="3" name="Content Placeholder 2"/>
          <p:cNvSpPr>
            <a:spLocks noGrp="1"/>
          </p:cNvSpPr>
          <p:nvPr>
            <p:ph idx="1"/>
          </p:nvPr>
        </p:nvSpPr>
        <p:spPr/>
        <p:txBody>
          <a:bodyPr/>
          <a:lstStyle/>
          <a:p>
            <a:pPr lvl="0"/>
            <a:r>
              <a:rPr/>
              <a:t>Free trial on the {{Tier}} plan, no credit card</a:t>
            </a:r>
          </a:p>
          <a:p>
            <a:pPr lvl="0"/>
            <a:r>
              <a:rPr/>
              <a:t>Quick setup: you get an owner twin, each team member gets their own</a:t>
            </a:r>
          </a:p>
          <a:p>
            <a:pPr lvl="0"/>
            <a:r>
              <a:rPr/>
              <a:t>First "where do things stand" answer before your next status meeting</a:t>
            </a:r>
          </a:p>
          <a:p>
            <a:pPr lvl="0"/>
            <a:r>
              <a:rPr/>
              <a:t>Book your demo: {{Demo Date}}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2026-06-08T21:21:32Z</dcterms:created>
  <dcterms:modified xsi:type="dcterms:W3CDTF">2026-06-08T21:21:32Z</dcterms:modified>
</cp:coreProperties>
</file>

<file path=docProps/custom.xml><?xml version="1.0" encoding="utf-8"?>
<Properties xmlns="http://schemas.openxmlformats.org/officeDocument/2006/custom-properties" xmlns:vt="http://schemas.openxmlformats.org/officeDocument/2006/docPropsVTypes"/>
</file>