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3" Type="http://schemas.openxmlformats.org/officeDocument/2006/relationships/printerSettings" Target="printerSettings/printerSettings1.bin" /><Relationship Id="rId14" Type="http://schemas.openxmlformats.org/officeDocument/2006/relationships/presProps" Target="presProps.xml" /><Relationship Id="rId15" Type="http://schemas.openxmlformats.org/officeDocument/2006/relationships/viewProps" Target="viewProps.xml" /><Relationship Id="rId16" Type="http://schemas.openxmlformats.org/officeDocument/2006/relationships/theme" Target="theme/theme1.xml" /><Relationship Id="rId1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Don't answer the question. Wait 3 seconds. Let the room feel it. Everyone here has lived the gap between "got a B" and "actually understood it." Drop in {{Prospect Name}} to make it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 along with the pain. Don't rush. If {{Pain Point}} came up on the discovery call, name it here out loud — "you told me {{Pain Point}}, and that's exactly slide two."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aha. Pause here. It's a different mental model than ed-tech — not another dashboard, a twin that reports to you. Draw the two circles in the air if you have to. Let it land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two features that close the sale. Demo them live if you possibly can. The live answer is the moment they lean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where it stops looking like a worksheet app and starts looking like a tutor. The auto-summary is the under-promised, over-delivered feature — let them realize it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converts privacy-skeptical parents. Don't skip it, even when you're short on time. For teen parents and ethics-forward schools, this is the whole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Shows momentum and creates FOMO for early adopters. Tie one item to {{Prospect Name}}'s situation — if they run a co-op, lead with classroom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sound like a weekend experiment, not a year commitment. The trial sells itself once they see the first auto-summary. Close on the demo: confirm {{Demo Date}} before you leave the room. Leave them {{Rep Name}} / {{Rep Email}} to follow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>
              <a:defRPr b="1">
                <a:solidFill>
                  <a:srgbClr val="1D6FB0"/>
                </a:solidFill>
                <a:latin typeface="Inter"/>
              </a:defRPr>
            </a:pPr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>
              <a:defRPr>
                <a:latin typeface="Inter"/>
              </a:defRPr>
            </a:pPr>
            <a:r>
              <a:rPr lang="en-US" smtClean="0">
                <a:latin typeface="Inter"/>
              </a:rPr>
              <a:t>Click to edit Master text styles</a:t>
            </a:r>
          </a:p>
          <a:p>
            <a:pPr lvl="1">
              <a:defRPr>
                <a:latin typeface="Inter"/>
              </a:defRPr>
            </a:pPr>
            <a:r>
              <a:rPr lang="en-US" smtClean="0">
                <a:latin typeface="Inter"/>
              </a:rPr>
              <a:t>Second level</a:t>
            </a:r>
          </a:p>
          <a:p>
            <a:pPr lvl="2">
              <a:defRPr>
                <a:latin typeface="Inter"/>
              </a:defRPr>
            </a:pPr>
            <a:r>
              <a:rPr lang="en-US" smtClean="0">
                <a:latin typeface="Inter"/>
              </a:rPr>
              <a:t>Third level</a:t>
            </a:r>
          </a:p>
          <a:p>
            <a:pPr lvl="3">
              <a:defRPr>
                <a:latin typeface="Inter"/>
              </a:defRPr>
            </a:pPr>
            <a:r>
              <a:rPr lang="en-US" smtClean="0">
                <a:latin typeface="Inter"/>
              </a:rPr>
              <a:t>Fourth level</a:t>
            </a:r>
          </a:p>
          <a:p>
            <a:pPr lvl="4">
              <a:defRPr>
                <a:latin typeface="Inter"/>
              </a:defRPr>
            </a:pPr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Inter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EduAsiste —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TEMPLATE</a:t>
            </a:r>
            <a:r>
              <a:rPr sz="2000"/>
              <a:t> — 1. </a:t>
            </a:r>
            <a:r>
              <a:rPr sz="2000" i="1"/>
              <a:t>File → Make a copy.</a:t>
            </a:r>
            <a:r>
              <a:rPr sz="2000"/>
              <a:t> 2. Rename it for your prospect. 3. Replace every highlighted </a:t>
            </a:r>
            <a:r>
              <a:rPr sz="2000" b="1"/>
              <a:t>{{field}}</a:t>
            </a:r>
            <a:r>
              <a:rPr sz="2000"/>
              <a:t>. 4. Delete this box. 5. </a:t>
            </a:r>
            <a:r>
              <a:rPr sz="2000" i="1"/>
              <a:t>File → Download → PDF</a:t>
            </a:r>
            <a:r>
              <a:rPr sz="2000"/>
              <a:t> to send.</a:t>
            </a:r>
          </a:p>
          <a:p>
            <a:pPr lvl="0" indent="0" marL="1270000">
              <a:buNone/>
            </a:pPr>
            <a:r>
              <a:rPr sz="2000" b="1"/>
              <a:t>Fields in this template:</a:t>
            </a:r>
            <a:r>
              <a:rPr sz="2000"/>
              <a:t> {{Prospect Name}} · {{Company}} · {{Pain Point}} · {{Tier}} · {{Rep Name}} · {{Rep Email}}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When's the last time you really knew what your child learned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what grade they got. What they learned.</a:t>
            </a:r>
          </a:p>
          <a:p>
            <a:pPr lvl="0"/>
            <a:r>
              <a:rPr/>
              <a:t>{{Prospect Name}}, this is the question we want to answer.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with every learning app you've tried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Report cards come weeks late</a:t>
            </a:r>
          </a:p>
          <a:p>
            <a:pPr lvl="0"/>
            <a:r>
              <a:rPr/>
              <a:t>Parent dashboards show scores, not understanding</a:t>
            </a:r>
          </a:p>
          <a:p>
            <a:pPr lvl="0"/>
            <a:r>
              <a:rPr/>
              <a:t>Homework apps add friction, not signal</a:t>
            </a:r>
          </a:p>
          <a:p>
            <a:pPr lvl="0"/>
            <a:r>
              <a:rPr/>
              <a:t>You're always one conversation behind your child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your child had their own AI tutor — and you had one too?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Child's learning twin and your parent twin, talking to each other</a:t>
            </a:r>
          </a:p>
          <a:p>
            <a:pPr lvl="0"/>
            <a:r>
              <a:rPr/>
              <a:t>Two twins. One continuous conversation.</a:t>
            </a:r>
          </a:p>
          <a:p>
            <a:pPr lvl="0"/>
            <a:r>
              <a:rPr/>
              <a:t>This is EduAsiste.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See. Assign.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See what your child learned today — ask your twin "How's Emma doing in reading?" Live answer.</a:t>
            </a:r>
          </a:p>
          <a:p>
            <a:pPr lvl="0"/>
            <a:r>
              <a:rPr/>
              <a:t>Assign homework in 30 seconds — type the topic, the system builds the worksheet plus a private answer key for you.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Guide. Track.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Socratic study sessions — your child's twin asks questions, doesn't hand out answers; you get a summary of what clicked.</a:t>
            </a:r>
          </a:p>
          <a:p>
            <a:pPr lvl="0"/>
            <a:r>
              <a:rPr/>
              <a:t>Goals that actually move — set it once, progress updates itself as your child works.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on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Every time you look at your child's data, they can see it happened</a:t>
            </a:r>
          </a:p>
          <a:p>
            <a:pPr lvl="0"/>
            <a:r>
              <a:rPr/>
              <a:t>No secret surveillance</a:t>
            </a:r>
          </a:p>
          <a:p>
            <a:pPr lvl="0"/>
            <a:r>
              <a:rPr/>
              <a:t>Your child's twin belongs to them — not to us, not to their school</a:t>
            </a:r>
          </a:p>
          <a:p>
            <a:pPr lvl="0"/>
            <a:r>
              <a:rPr/>
              <a:t>Privacy is a feature, not a footnote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month and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Quizzes and tests with auto-grading</a:t>
            </a:r>
          </a:p>
          <a:p>
            <a:pPr lvl="0"/>
            <a:r>
              <a:rPr/>
              <a:t>Classroom view — teachers managing whole cohorts</a:t>
            </a:r>
          </a:p>
          <a:p>
            <a:pPr lvl="0"/>
            <a:r>
              <a:rPr/>
              <a:t>Co-parent collaboration — draft assignments together, send as a team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one child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Free trial on the {{Tier}} plan — no credit card</a:t>
            </a:r>
          </a:p>
          <a:p>
            <a:pPr lvl="0"/>
            <a:r>
              <a:rPr/>
              <a:t>5-minute setup: you get a parent twin, your child gets a learning twin</a:t>
            </a:r>
          </a:p>
          <a:p>
            <a:pPr lvl="0"/>
            <a:r>
              <a:rPr/>
              <a:t>First worksheet before dinner tonight</a:t>
            </a:r>
          </a:p>
          <a:p>
            <a:pPr lvl="0"/>
            <a:r>
              <a:rPr/>
              <a:t>Book your demo: {{Demo Date}}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2026-06-08T18:54:59Z</dcterms:created>
  <dcterms:modified xsi:type="dcterms:W3CDTF">2026-06-08T18:54:59Z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