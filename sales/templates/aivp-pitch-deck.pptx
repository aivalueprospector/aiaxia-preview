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13" Type="http://schemas.openxmlformats.org/officeDocument/2006/relationships/printerSettings" Target="printerSettings/printerSettings1.bin" /><Relationship Id="rId14" Type="http://schemas.openxmlformats.org/officeDocument/2006/relationships/presProps" Target="presProps.xml" /><Relationship Id="rId15" Type="http://schemas.openxmlformats.org/officeDocument/2006/relationships/viewProps" Target="viewProps.xml" /><Relationship Id="rId16" Type="http://schemas.openxmlformats.org/officeDocument/2006/relationships/theme" Target="theme/theme1.xml" /><Relationship Id="rId1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Don't answer the question. Wait 3 seconds. Whether {{Prospect Name}} is a parent, an owner, or both, the gap is the same — you find out late, secondhand, after the fact. Let it 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Nod along. This slide deliberately spans home and work — the pain is the same shape in both. If {{Pain Point}} came up on the call, name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aha. Pause. It's a different mental model than any single app — a twin that stays in the loop for you, automatically. Let it land before the side-by-side.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cross-brand slide. Show both columns side by side. The point: AI Value Prospectors is the company behind both EduAsiste and ProAsiste — same engine, two audiences. Lead with whichever column matches {{Prospect Name}}; mention the other to show breadth.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features that close the sale, mirrored across both brands. Demo whichever world fits {{Prospect Name}} live if you can — the live answer is the moment they lean in. The symmetry is the selling point: the parent and the owner are doing the exact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Converts the skeptics on both sides — privacy-conscious parents and teams worried about spyware. Same principle, same slide. Don't skip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Shows AI Value Prospectors as a real company with a roadmap, not a single app. Reinforces the umbrella story. Tie one item to {{Company}} or {{Prospect Name}}'s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a low-risk experiment, not a commitment. The umbrella pitch lets you close on whichever side {{Prospect Name}} feels most — and plant the seed for the other. Confirm {{Demo Date}} before you leave. Leave your details: {{Rep Name}} / {{Rep Email}}.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Value Prospectors — Two Twins Pitch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HOW TO USE THIS TEMPLATE</a:t>
            </a:r>
            <a:r>
              <a:rPr sz="2000"/>
              <a:t> — 1. </a:t>
            </a:r>
            <a:r>
              <a:rPr sz="2000" i="1"/>
              <a:t>File → Make a copy.</a:t>
            </a:r>
            <a:r>
              <a:rPr sz="2000"/>
              <a:t> 2. Rename it for your prospect. 3. Replace every highlighted </a:t>
            </a:r>
            <a:r>
              <a:rPr sz="2000" b="1"/>
              <a:t>{{field}}</a:t>
            </a:r>
            <a:r>
              <a:rPr sz="2000"/>
              <a:t>. 4. Delete this box. 5. </a:t>
            </a:r>
            <a:r>
              <a:rPr sz="2000" i="1"/>
              <a:t>File → Download → PDF</a:t>
            </a:r>
            <a:r>
              <a:rPr sz="2000"/>
              <a:t> to send.</a:t>
            </a:r>
          </a:p>
          <a:p>
            <a:pPr lvl="0" indent="0" marL="1270000">
              <a:buNone/>
            </a:pPr>
            <a:r>
              <a:rPr sz="2000" b="1"/>
              <a:t>Fields in this template:</a:t>
            </a:r>
            <a:r>
              <a:rPr sz="2000"/>
              <a:t> {{Prospect Name}} · {{Company}} · {{Pain Point}} · {{Tier}} · {{Rep Name}} · {{Rep Email}}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When's the last time you really knew what was getting handled — without asking?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 home: what your child actually learned today.</a:t>
            </a:r>
          </a:p>
          <a:p>
            <a:pPr lvl="0"/>
            <a:r>
              <a:rPr/>
              <a:t>At work: what every person on your team is working on.</a:t>
            </a:r>
          </a:p>
          <a:p>
            <a:pPr lvl="0"/>
            <a:r>
              <a:rPr/>
              <a:t>{{Prospect Name}}, same question, two sides of your life.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gap is everywhere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Report cards and status meetings — always after the fact</a:t>
            </a:r>
          </a:p>
          <a:p>
            <a:pPr lvl="0"/>
            <a:r>
              <a:rPr/>
              <a:t>The important stuff lives in people's heads</a:t>
            </a:r>
          </a:p>
          <a:p>
            <a:pPr lvl="0"/>
            <a:r>
              <a:rPr/>
              <a:t>Dashboards and reports show scores, not understanding</a:t>
            </a:r>
          </a:p>
          <a:p>
            <a:pPr lvl="0"/>
            <a:r>
              <a:rPr/>
              <a:t>You're always one conversation behind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everyone had their own AI twin — and so did you?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Your child's twin, your team's twins, and your own twin — talking to each other</a:t>
            </a:r>
          </a:p>
          <a:p>
            <a:pPr lvl="0"/>
            <a:r>
              <a:rPr/>
              <a:t>Two twins. One continuous conversation.</a:t>
            </a:r>
          </a:p>
          <a:p>
            <a:pPr lvl="0"/>
            <a:r>
              <a:rPr/>
              <a:t>This is what AI Value Prospectors builds.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idea, at home and at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Family — EduAsiste: your child gets a learning twin, you get a parent twin that stays in the loop.</a:t>
            </a:r>
          </a:p>
          <a:p>
            <a:pPr lvl="0"/>
            <a:r>
              <a:rPr/>
              <a:t>Business — ProAsiste: every team member gets a twin, you get an owner twin that stays in the loop.</a:t>
            </a:r>
          </a:p>
          <a:p>
            <a:pPr lvl="0"/>
            <a:r>
              <a:rPr/>
              <a:t>One platform. Two brands. Same continuous conversation.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it work — both worlds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Family — ask "How's Emma doing in reading?" Live answer. Then assign a worksheet in 30 seconds.</a:t>
            </a:r>
          </a:p>
          <a:p>
            <a:pPr lvl="0"/>
            <a:r>
              <a:rPr/>
              <a:t>Business — ask "Where do the Q3 installs stand?" Live answer. Then delegate in one sentence: "have Maria follow up by Friday."</a:t>
            </a:r>
          </a:p>
          <a:p>
            <a:pPr lvl="0"/>
            <a:r>
              <a:rPr/>
              <a:t>Same move: ask your twin, act in one line.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Built on trust, in both worlds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Every time you look at someone's data, they can see it happened</a:t>
            </a:r>
          </a:p>
          <a:p>
            <a:pPr lvl="0"/>
            <a:r>
              <a:rPr/>
              <a:t>No secret surveillance — visibility your family and your team actually trust</a:t>
            </a:r>
          </a:p>
          <a:p>
            <a:pPr lvl="0"/>
            <a:r>
              <a:rPr/>
              <a:t>Twins belong to the person — portable, exportable, yours</a:t>
            </a:r>
          </a:p>
          <a:p>
            <a:pPr lvl="0"/>
            <a:r>
              <a:rPr/>
              <a:t>Privacy is a feature, not a footnote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company, momentum on both fronts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EduAsiste — quizzes and tests, classroom view, co-parent collaboration</a:t>
            </a:r>
          </a:p>
          <a:p>
            <a:pPr lvl="0"/>
            <a:r>
              <a:rPr/>
              <a:t>ProAsiste — team dashboard, advisor and accountant guest seats, approval workflows</a:t>
            </a:r>
          </a:p>
          <a:p>
            <a:pPr lvl="0"/>
            <a:r>
              <a:rPr/>
              <a:t>Built once, shipping to both brands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this week — pick your side, or both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Free trial on the {{Tier}} plan — no credit card</a:t>
            </a:r>
          </a:p>
          <a:p>
            <a:pPr lvl="0"/>
            <a:r>
              <a:rPr/>
              <a:t>EduAsiste for your family, ProAsiste for your team, or both under one roof</a:t>
            </a:r>
          </a:p>
          <a:p>
            <a:pPr lvl="0"/>
            <a:r>
              <a:rPr/>
              <a:t>5-minute setup; first live answer the same day</a:t>
            </a:r>
          </a:p>
          <a:p>
            <a:pPr lvl="0"/>
            <a:r>
              <a:rPr/>
              <a:t>Book your demo: {{Demo Date}}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2026-06-08T18:54:52Z</dcterms:created>
  <dcterms:modified xsi:type="dcterms:W3CDTF">2026-06-08T18:54:52Z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