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1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notesMasterIdLst>
    <p:notesMasterId r:id="rId12"/>
  </p:notesMasterIdLst>
  <p:sldSz cx="12191695" cy="6858000" type="screen4x3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sz="15620"/>
    <p:restoredTop sz="94660"/>
  </p:normalViewPr>
  <p:slideViewPr>
    <p:cSldViewPr snapToGrid="0" snapToObjects="1">
      <p:cViewPr varScale="1">
        <p:scale>
          <a:sx d="100" n="124"/>
          <a:sy d="100" n="124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notesMaster" Target="notesMasters/notesMaster1.xml" /><Relationship Id="rId1" Type="http://schemas.openxmlformats.org/officeDocument/2006/relationships/slideMaster" Target="slideMasters/slideMaster1.xml" /><Relationship Id="rId13" Type="http://schemas.openxmlformats.org/officeDocument/2006/relationships/printerSettings" Target="printerSettings/printerSettings1.bin" /><Relationship Id="rId14" Type="http://schemas.openxmlformats.org/officeDocument/2006/relationships/presProps" Target="presProps.xml" /><Relationship Id="rId15" Type="http://schemas.openxmlformats.org/officeDocument/2006/relationships/viewProps" Target="viewProps.xml" /><Relationship Id="rId16" Type="http://schemas.openxmlformats.org/officeDocument/2006/relationships/theme" Target="theme/theme1.xml" /><Relationship Id="rId17" Type="http://schemas.openxmlformats.org/officeDocument/2006/relationships/tableStyles" Target="tableStyles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Don't answer the question. Wait 3 seconds. Let the room feel it. Everyone here has lived the gap between "got a B" and "actually understood it." Drop in {{Prospect Name}} to make it personal.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3</a:t>
            </a:fld>
            <a:endParaRPr lang="en-US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Nod along with the pain. Don't rush. If {{Pain Point}} came up on the discovery call, name it here out loud: "you told me {{Pain Point}}, and that's exactly slide two."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4</a:t>
            </a:fld>
            <a:endParaRPr lang="en-US"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This is the aha. Pause here. It's a different mental model than ed-tech. Not another dashboard, a twin that reports to you. Draw the two circles in the air if you have to. Let it land before moving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5</a:t>
            </a:fld>
            <a:endParaRPr lang="en-US"/>
          </a:p>
        </p:txBody>
      </p:sp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These are the two features that close the sale. Demo them live if you possibly can. The live answer is the moment they lean 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6</a:t>
            </a:fld>
            <a:endParaRPr lang="en-US"/>
          </a:p>
        </p:txBody>
      </p:sp>
    </p:spTree>
  </p:cSld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This is where it stops looking like a worksheet app and starts looking like a tutor. The auto-summary is the under-promised, over-delivered feature. Let them realize it on their own.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7</a:t>
            </a:fld>
            <a:endParaRPr lang="en-US"/>
          </a:p>
        </p:txBody>
      </p:sp>
    </p:spTree>
  </p:cSld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This slide converts privacy-skeptical parents. Don't skip it, even when you're short on time. For teen parents and ethics-forward schools, this is the whole sale.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8</a:t>
            </a:fld>
            <a:endParaRPr lang="en-US"/>
          </a:p>
        </p:txBody>
      </p:sp>
    </p:spTree>
  </p:cSld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Shows momentum and creates FOMO for early adopters. Tie one item to {{Prospect Name}}'s situation. If they run a co-op, lead with classroom 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9</a:t>
            </a:fld>
            <a:endParaRPr lang="en-US"/>
          </a:p>
        </p:txBody>
      </p:sp>
    </p:spTree>
  </p:cSld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Make it sound like a weekend experiment, not a year commitment. The trial sells itself once they see the first auto-summary. Close on the demo: confirm {{Demo Date}} before you leave the room. Leave them {{Rep Name}} / {{Rep Email}} to follow 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10</a:t>
            </a:fld>
            <a:endParaRPr lang="en-US"/>
          </a:p>
        </p:txBody>
      </p:sp>
    </p:spTree>
  </p:cSld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pPr>
              <a:defRPr b="1">
                <a:solidFill>
                  <a:srgbClr val="1D6FB0"/>
                </a:solidFill>
                <a:latin typeface="Inter"/>
              </a:defRPr>
            </a:pPr>
            <a:r>
              <a:rPr lang="en-US" smtClean="0">
                <a:latin typeface="Inter"/>
              </a:rPr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>
                <a:latin typeface="Inter"/>
              </a:defRPr>
            </a:pPr>
            <a:r>
              <a:rPr lang="en-US" smtClean="0">
                <a:latin typeface="Inter"/>
              </a:rPr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>
                <a:latin typeface="Inter"/>
              </a:defRPr>
            </a:pPr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>
                <a:latin typeface="Inter"/>
              </a:defRPr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>
                <a:latin typeface="Inter"/>
              </a:defRPr>
            </a:pPr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1D6FB0"/>
                </a:solidFill>
                <a:latin typeface="Inter"/>
              </a:defRPr>
            </a:pPr>
            <a:r>
              <a:rPr lang="en-US" smtClean="0">
                <a:latin typeface="Inter"/>
              </a:rPr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defRPr>
                <a:latin typeface="Inter"/>
              </a:defRPr>
            </a:pPr>
            <a:r>
              <a:rPr lang="en-US" smtClean="0">
                <a:latin typeface="Inter"/>
              </a:rPr>
              <a:t>Click to edit Master text styles</a:t>
            </a:r>
          </a:p>
          <a:p>
            <a:pPr lvl="1">
              <a:defRPr>
                <a:latin typeface="Inter"/>
              </a:defRPr>
            </a:pPr>
            <a:r>
              <a:rPr lang="en-US" smtClean="0">
                <a:latin typeface="Inter"/>
              </a:rPr>
              <a:t>Second level</a:t>
            </a:r>
          </a:p>
          <a:p>
            <a:pPr lvl="2">
              <a:defRPr>
                <a:latin typeface="Inter"/>
              </a:defRPr>
            </a:pPr>
            <a:r>
              <a:rPr lang="en-US" smtClean="0">
                <a:latin typeface="Inter"/>
              </a:rPr>
              <a:t>Third level</a:t>
            </a:r>
          </a:p>
          <a:p>
            <a:pPr lvl="3">
              <a:defRPr>
                <a:latin typeface="Inter"/>
              </a:defRPr>
            </a:pPr>
            <a:r>
              <a:rPr lang="en-US" smtClean="0">
                <a:latin typeface="Inter"/>
              </a:rPr>
              <a:t>Fourth level</a:t>
            </a:r>
          </a:p>
          <a:p>
            <a:pPr lvl="4">
              <a:defRPr>
                <a:latin typeface="Inter"/>
              </a:defRPr>
            </a:pPr>
            <a:r>
              <a:rPr lang="en-US" smtClean="0">
                <a:latin typeface="Inter"/>
              </a:rPr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>
                <a:latin typeface="Inter"/>
              </a:defRPr>
            </a:pPr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>
                <a:latin typeface="Inter"/>
              </a:defRPr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>
                <a:latin typeface="Inter"/>
              </a:defRPr>
            </a:pPr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>
              <a:defRPr b="1">
                <a:solidFill>
                  <a:srgbClr val="1D6FB0"/>
                </a:solidFill>
                <a:latin typeface="Inter"/>
              </a:defRPr>
            </a:pPr>
            <a:r>
              <a:rPr lang="en-US" smtClean="0">
                <a:latin typeface="Inter"/>
              </a:rPr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>
                <a:latin typeface="Inter"/>
              </a:defRPr>
            </a:pPr>
            <a:r>
              <a:rPr lang="en-US" smtClean="0">
                <a:latin typeface="Inter"/>
              </a:rPr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>
                <a:latin typeface="Inter"/>
              </a:defRPr>
            </a:pPr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>
                <a:latin typeface="Inter"/>
              </a:defRPr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>
                <a:latin typeface="Inter"/>
              </a:defRPr>
            </a:pPr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1D6FB0"/>
                </a:solidFill>
                <a:latin typeface="Inter"/>
              </a:defRPr>
            </a:pPr>
            <a:r>
              <a:rPr lang="en-US" smtClean="0">
                <a:latin typeface="Inter"/>
              </a:rPr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>
                <a:latin typeface="Inter"/>
              </a:defRPr>
            </a:pPr>
            <a:r>
              <a:rPr lang="en-US" smtClean="0">
                <a:latin typeface="Inter"/>
              </a:rPr>
              <a:t>Click to edit Master text styles</a:t>
            </a:r>
          </a:p>
          <a:p>
            <a:pPr lvl="1">
              <a:defRPr>
                <a:latin typeface="Inter"/>
              </a:defRPr>
            </a:pPr>
            <a:r>
              <a:rPr lang="en-US" smtClean="0">
                <a:latin typeface="Inter"/>
              </a:rPr>
              <a:t>Second level</a:t>
            </a:r>
          </a:p>
          <a:p>
            <a:pPr lvl="2">
              <a:defRPr>
                <a:latin typeface="Inter"/>
              </a:defRPr>
            </a:pPr>
            <a:r>
              <a:rPr lang="en-US" smtClean="0">
                <a:latin typeface="Inter"/>
              </a:rPr>
              <a:t>Third level</a:t>
            </a:r>
          </a:p>
          <a:p>
            <a:pPr lvl="3">
              <a:defRPr>
                <a:latin typeface="Inter"/>
              </a:defRPr>
            </a:pPr>
            <a:r>
              <a:rPr lang="en-US" smtClean="0">
                <a:latin typeface="Inter"/>
              </a:rPr>
              <a:t>Fourth level</a:t>
            </a:r>
          </a:p>
          <a:p>
            <a:pPr lvl="4">
              <a:defRPr>
                <a:latin typeface="Inter"/>
              </a:defRPr>
            </a:pPr>
            <a:r>
              <a:rPr lang="en-US" smtClean="0">
                <a:latin typeface="Inter"/>
              </a:rPr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>
                <a:latin typeface="Inter"/>
              </a:defRPr>
            </a:pPr>
            <a:r>
              <a:rPr lang="en-US" smtClean="0">
                <a:latin typeface="Inter"/>
              </a:rPr>
              <a:t>Click to edit Master text styles</a:t>
            </a:r>
          </a:p>
          <a:p>
            <a:pPr lvl="1">
              <a:defRPr>
                <a:latin typeface="Inter"/>
              </a:defRPr>
            </a:pPr>
            <a:r>
              <a:rPr lang="en-US" smtClean="0">
                <a:latin typeface="Inter"/>
              </a:rPr>
              <a:t>Second level</a:t>
            </a:r>
          </a:p>
          <a:p>
            <a:pPr lvl="2">
              <a:defRPr>
                <a:latin typeface="Inter"/>
              </a:defRPr>
            </a:pPr>
            <a:r>
              <a:rPr lang="en-US" smtClean="0">
                <a:latin typeface="Inter"/>
              </a:rPr>
              <a:t>Third level</a:t>
            </a:r>
          </a:p>
          <a:p>
            <a:pPr lvl="3">
              <a:defRPr>
                <a:latin typeface="Inter"/>
              </a:defRPr>
            </a:pPr>
            <a:r>
              <a:rPr lang="en-US" smtClean="0">
                <a:latin typeface="Inter"/>
              </a:rPr>
              <a:t>Fourth level</a:t>
            </a:r>
          </a:p>
          <a:p>
            <a:pPr lvl="4">
              <a:defRPr>
                <a:latin typeface="Inter"/>
              </a:defRPr>
            </a:pPr>
            <a:r>
              <a:rPr lang="en-US" smtClean="0">
                <a:latin typeface="Inter"/>
              </a:rPr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>
                <a:latin typeface="Inter"/>
              </a:defRPr>
            </a:pPr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>
                <a:latin typeface="Inter"/>
              </a:defRPr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>
                <a:latin typeface="Inter"/>
              </a:defRPr>
            </a:pPr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 b="1">
                <a:solidFill>
                  <a:srgbClr val="1D6FB0"/>
                </a:solidFill>
                <a:latin typeface="Inter"/>
              </a:defRPr>
            </a:pPr>
            <a:r>
              <a:rPr lang="en-US" smtClean="0">
                <a:latin typeface="Inter"/>
              </a:rPr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>
                <a:latin typeface="Inter"/>
              </a:defRPr>
            </a:pPr>
            <a:r>
              <a:rPr lang="en-US" smtClean="0">
                <a:latin typeface="Inter"/>
              </a:rPr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>
                <a:latin typeface="Inter"/>
              </a:defRPr>
            </a:pPr>
            <a:r>
              <a:rPr lang="en-US" smtClean="0">
                <a:latin typeface="Inter"/>
              </a:rPr>
              <a:t>Click to edit Master text styles</a:t>
            </a:r>
          </a:p>
          <a:p>
            <a:pPr lvl="1">
              <a:defRPr>
                <a:latin typeface="Inter"/>
              </a:defRPr>
            </a:pPr>
            <a:r>
              <a:rPr lang="en-US" smtClean="0">
                <a:latin typeface="Inter"/>
              </a:rPr>
              <a:t>Second level</a:t>
            </a:r>
          </a:p>
          <a:p>
            <a:pPr lvl="2">
              <a:defRPr>
                <a:latin typeface="Inter"/>
              </a:defRPr>
            </a:pPr>
            <a:r>
              <a:rPr lang="en-US" smtClean="0">
                <a:latin typeface="Inter"/>
              </a:rPr>
              <a:t>Third level</a:t>
            </a:r>
          </a:p>
          <a:p>
            <a:pPr lvl="3">
              <a:defRPr>
                <a:latin typeface="Inter"/>
              </a:defRPr>
            </a:pPr>
            <a:r>
              <a:rPr lang="en-US" smtClean="0">
                <a:latin typeface="Inter"/>
              </a:rPr>
              <a:t>Fourth level</a:t>
            </a:r>
          </a:p>
          <a:p>
            <a:pPr lvl="4">
              <a:defRPr>
                <a:latin typeface="Inter"/>
              </a:defRPr>
            </a:pPr>
            <a:r>
              <a:rPr lang="en-US" smtClean="0">
                <a:latin typeface="Inter"/>
              </a:rPr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>
                <a:latin typeface="Inter"/>
              </a:defRPr>
            </a:pPr>
            <a:r>
              <a:rPr lang="en-US" smtClean="0">
                <a:latin typeface="Inter"/>
              </a:rPr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>
                <a:latin typeface="Inter"/>
              </a:defRPr>
            </a:pPr>
            <a:r>
              <a:rPr lang="en-US" smtClean="0">
                <a:latin typeface="Inter"/>
              </a:rPr>
              <a:t>Click to edit Master text styles</a:t>
            </a:r>
          </a:p>
          <a:p>
            <a:pPr lvl="1">
              <a:defRPr>
                <a:latin typeface="Inter"/>
              </a:defRPr>
            </a:pPr>
            <a:r>
              <a:rPr lang="en-US" smtClean="0">
                <a:latin typeface="Inter"/>
              </a:rPr>
              <a:t>Second level</a:t>
            </a:r>
          </a:p>
          <a:p>
            <a:pPr lvl="2">
              <a:defRPr>
                <a:latin typeface="Inter"/>
              </a:defRPr>
            </a:pPr>
            <a:r>
              <a:rPr lang="en-US" smtClean="0">
                <a:latin typeface="Inter"/>
              </a:rPr>
              <a:t>Third level</a:t>
            </a:r>
          </a:p>
          <a:p>
            <a:pPr lvl="3">
              <a:defRPr>
                <a:latin typeface="Inter"/>
              </a:defRPr>
            </a:pPr>
            <a:r>
              <a:rPr lang="en-US" smtClean="0">
                <a:latin typeface="Inter"/>
              </a:rPr>
              <a:t>Fourth level</a:t>
            </a:r>
          </a:p>
          <a:p>
            <a:pPr lvl="4">
              <a:defRPr>
                <a:latin typeface="Inter"/>
              </a:defRPr>
            </a:pPr>
            <a:r>
              <a:rPr lang="en-US" smtClean="0">
                <a:latin typeface="Inter"/>
              </a:rPr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>
                <a:latin typeface="Inter"/>
              </a:defRPr>
            </a:pPr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>
                <a:latin typeface="Inter"/>
              </a:defRPr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>
                <a:latin typeface="Inter"/>
              </a:defRPr>
            </a:pPr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1D6FB0"/>
                </a:solidFill>
                <a:latin typeface="Inter"/>
              </a:defRPr>
            </a:pPr>
            <a:r>
              <a:rPr lang="en-US" smtClean="0">
                <a:latin typeface="Inter"/>
              </a:rPr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>
                <a:latin typeface="Inter"/>
              </a:defRPr>
            </a:pPr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>
                <a:latin typeface="Inter"/>
              </a:defRPr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>
                <a:latin typeface="Inter"/>
              </a:defRPr>
            </a:pPr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>
                <a:latin typeface="Inter"/>
              </a:defRPr>
            </a:pPr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>
                <a:latin typeface="Inter"/>
              </a:defRPr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>
                <a:latin typeface="Inter"/>
              </a:defRPr>
            </a:pPr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 b="1">
                <a:solidFill>
                  <a:srgbClr val="1D6FB0"/>
                </a:solidFill>
                <a:latin typeface="Inter"/>
              </a:defRPr>
            </a:pPr>
            <a:r>
              <a:rPr lang="en-US" smtClean="0">
                <a:latin typeface="Inter"/>
              </a:rPr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>
                <a:latin typeface="Inter"/>
              </a:defRPr>
            </a:pPr>
            <a:r>
              <a:rPr lang="en-US" smtClean="0">
                <a:latin typeface="Inter"/>
              </a:rPr>
              <a:t>Click to edit Master text styles</a:t>
            </a:r>
          </a:p>
          <a:p>
            <a:pPr lvl="1">
              <a:defRPr>
                <a:latin typeface="Inter"/>
              </a:defRPr>
            </a:pPr>
            <a:r>
              <a:rPr lang="en-US" smtClean="0">
                <a:latin typeface="Inter"/>
              </a:rPr>
              <a:t>Second level</a:t>
            </a:r>
          </a:p>
          <a:p>
            <a:pPr lvl="2">
              <a:defRPr>
                <a:latin typeface="Inter"/>
              </a:defRPr>
            </a:pPr>
            <a:r>
              <a:rPr lang="en-US" smtClean="0">
                <a:latin typeface="Inter"/>
              </a:rPr>
              <a:t>Third level</a:t>
            </a:r>
          </a:p>
          <a:p>
            <a:pPr lvl="3">
              <a:defRPr>
                <a:latin typeface="Inter"/>
              </a:defRPr>
            </a:pPr>
            <a:r>
              <a:rPr lang="en-US" smtClean="0">
                <a:latin typeface="Inter"/>
              </a:rPr>
              <a:t>Fourth level</a:t>
            </a:r>
          </a:p>
          <a:p>
            <a:pPr lvl="4">
              <a:defRPr>
                <a:latin typeface="Inter"/>
              </a:defRPr>
            </a:pPr>
            <a:r>
              <a:rPr lang="en-US" smtClean="0">
                <a:latin typeface="Inter"/>
              </a:rPr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>
                <a:latin typeface="Inter"/>
              </a:defRPr>
            </a:pPr>
            <a:r>
              <a:rPr lang="en-US" smtClean="0">
                <a:latin typeface="Inter"/>
              </a:rPr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>
                <a:latin typeface="Inter"/>
              </a:defRPr>
            </a:pPr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>
                <a:latin typeface="Inter"/>
              </a:defRPr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>
                <a:latin typeface="Inter"/>
              </a:defRPr>
            </a:pPr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 b="1">
                <a:solidFill>
                  <a:srgbClr val="1D6FB0"/>
                </a:solidFill>
                <a:latin typeface="Inter"/>
              </a:defRPr>
            </a:pPr>
            <a:r>
              <a:rPr lang="en-US" smtClean="0">
                <a:latin typeface="Inter"/>
              </a:rPr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>
                <a:latin typeface="Inter"/>
              </a:defRPr>
            </a:pP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>
                <a:latin typeface="Inter"/>
              </a:defRPr>
            </a:pPr>
            <a:r>
              <a:rPr lang="en-US" smtClean="0">
                <a:latin typeface="Inter"/>
              </a:rPr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>
                <a:latin typeface="Inter"/>
              </a:defRPr>
            </a:pPr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>
                <a:latin typeface="Inter"/>
              </a:defRPr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>
                <a:latin typeface="Inter"/>
              </a:defRPr>
            </a:pPr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1D6FB0"/>
                </a:solidFill>
                <a:latin typeface="Inter"/>
              </a:defRPr>
            </a:pPr>
            <a:r>
              <a:rPr lang="en-US" smtClean="0">
                <a:latin typeface="Inter"/>
              </a:rPr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>
              <a:defRPr>
                <a:latin typeface="Inter"/>
              </a:defRPr>
            </a:pPr>
            <a:r>
              <a:rPr lang="en-US" smtClean="0">
                <a:latin typeface="Inter"/>
              </a:rPr>
              <a:t>Click to edit Master text styles</a:t>
            </a:r>
          </a:p>
          <a:p>
            <a:pPr lvl="1">
              <a:defRPr>
                <a:latin typeface="Inter"/>
              </a:defRPr>
            </a:pPr>
            <a:r>
              <a:rPr lang="en-US" smtClean="0">
                <a:latin typeface="Inter"/>
              </a:rPr>
              <a:t>Second level</a:t>
            </a:r>
          </a:p>
          <a:p>
            <a:pPr lvl="2">
              <a:defRPr>
                <a:latin typeface="Inter"/>
              </a:defRPr>
            </a:pPr>
            <a:r>
              <a:rPr lang="en-US" smtClean="0">
                <a:latin typeface="Inter"/>
              </a:rPr>
              <a:t>Third level</a:t>
            </a:r>
          </a:p>
          <a:p>
            <a:pPr lvl="3">
              <a:defRPr>
                <a:latin typeface="Inter"/>
              </a:defRPr>
            </a:pPr>
            <a:r>
              <a:rPr lang="en-US" smtClean="0">
                <a:latin typeface="Inter"/>
              </a:rPr>
              <a:t>Fourth level</a:t>
            </a:r>
          </a:p>
          <a:p>
            <a:pPr lvl="4">
              <a:defRPr>
                <a:latin typeface="Inter"/>
              </a:defRPr>
            </a:pPr>
            <a:r>
              <a:rPr lang="en-US" smtClean="0">
                <a:latin typeface="Inter"/>
              </a:rPr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>
                <a:latin typeface="Inter"/>
              </a:defRPr>
            </a:pPr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>
                <a:latin typeface="Inter"/>
              </a:defRPr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>
                <a:latin typeface="Inter"/>
              </a:defRPr>
            </a:pPr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pPr>
              <a:defRPr b="1">
                <a:solidFill>
                  <a:srgbClr val="1D6FB0"/>
                </a:solidFill>
                <a:latin typeface="Inter"/>
              </a:defRPr>
            </a:pPr>
            <a:r>
              <a:rPr lang="en-US" smtClean="0">
                <a:latin typeface="Inter"/>
              </a:rPr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>
              <a:defRPr>
                <a:latin typeface="Inter"/>
              </a:defRPr>
            </a:pPr>
            <a:r>
              <a:rPr lang="en-US" smtClean="0">
                <a:latin typeface="Inter"/>
              </a:rPr>
              <a:t>Click to edit Master text styles</a:t>
            </a:r>
          </a:p>
          <a:p>
            <a:pPr lvl="1">
              <a:defRPr>
                <a:latin typeface="Inter"/>
              </a:defRPr>
            </a:pPr>
            <a:r>
              <a:rPr lang="en-US" smtClean="0">
                <a:latin typeface="Inter"/>
              </a:rPr>
              <a:t>Second level</a:t>
            </a:r>
          </a:p>
          <a:p>
            <a:pPr lvl="2">
              <a:defRPr>
                <a:latin typeface="Inter"/>
              </a:defRPr>
            </a:pPr>
            <a:r>
              <a:rPr lang="en-US" smtClean="0">
                <a:latin typeface="Inter"/>
              </a:rPr>
              <a:t>Third level</a:t>
            </a:r>
          </a:p>
          <a:p>
            <a:pPr lvl="3">
              <a:defRPr>
                <a:latin typeface="Inter"/>
              </a:defRPr>
            </a:pPr>
            <a:r>
              <a:rPr lang="en-US" smtClean="0">
                <a:latin typeface="Inter"/>
              </a:rPr>
              <a:t>Fourth level</a:t>
            </a:r>
          </a:p>
          <a:p>
            <a:pPr lvl="4">
              <a:defRPr>
                <a:latin typeface="Inter"/>
              </a:defRPr>
            </a:pPr>
            <a:r>
              <a:rPr lang="en-US" smtClean="0">
                <a:latin typeface="Inter"/>
              </a:rPr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>
                <a:latin typeface="Inter"/>
              </a:defRPr>
            </a:pPr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>
                <a:latin typeface="Inter"/>
              </a:defRPr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>
                <a:latin typeface="Inter"/>
              </a:defRPr>
            </a:pPr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arget="../slideLayouts/slideLayout1.xml" Type="http://schemas.openxmlformats.org/officeDocument/2006/relationships/slideLayout" /><Relationship Id="rId2" Target="../slideLayouts/slideLayout2.xml" Type="http://schemas.openxmlformats.org/officeDocument/2006/relationships/slideLayout" /><Relationship Id="rId3" Target="../slideLayouts/slideLayout3.xml" Type="http://schemas.openxmlformats.org/officeDocument/2006/relationships/slideLayout" /><Relationship Id="rId4" Target="../slideLayouts/slideLayout4.xml" Type="http://schemas.openxmlformats.org/officeDocument/2006/relationships/slideLayout" /><Relationship Id="rId5" Target="../slideLayouts/slideLayout5.xml" Type="http://schemas.openxmlformats.org/officeDocument/2006/relationships/slideLayout" /><Relationship Id="rId6" Target="../slideLayouts/slideLayout6.xml" Type="http://schemas.openxmlformats.org/officeDocument/2006/relationships/slideLayout" /><Relationship Id="rId7" Target="../slideLayouts/slideLayout7.xml" Type="http://schemas.openxmlformats.org/officeDocument/2006/relationships/slideLayout" /><Relationship Id="rId8" Target="../slideLayouts/slideLayout8.xml" Type="http://schemas.openxmlformats.org/officeDocument/2006/relationships/slideLayout" /><Relationship Id="rId9" Target="../slideLayouts/slideLayout9.xml" Type="http://schemas.openxmlformats.org/officeDocument/2006/relationships/slideLayout" /><Relationship Id="rId10" Target="../slideLayouts/slideLayout10.xml" Type="http://schemas.openxmlformats.org/officeDocument/2006/relationships/slideLayout" /><Relationship Id="rId11" Target="../slideLayouts/slideLayout11.xml" Type="http://schemas.openxmlformats.org/officeDocument/2006/relationships/slideLayout" /><Relationship Id="rId12" Target="../theme/theme1.xml" Type="http://schemas.openxmlformats.org/officeDocument/2006/relationships/theme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pPr>
              <a:defRPr b="1">
                <a:solidFill>
                  <a:srgbClr val="1D6FB0"/>
                </a:solidFill>
                <a:latin typeface="Inter"/>
              </a:defRPr>
            </a:pPr>
            <a:r>
              <a:rPr lang="en-US" smtClean="0">
                <a:latin typeface="Inter"/>
              </a:rPr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>
              <a:defRPr>
                <a:latin typeface="Inter"/>
              </a:defRPr>
            </a:pPr>
            <a:r>
              <a:rPr lang="en-US" smtClean="0">
                <a:latin typeface="Inter"/>
              </a:rPr>
              <a:t>Click to edit Master text styles</a:t>
            </a:r>
          </a:p>
          <a:p>
            <a:pPr lvl="1">
              <a:defRPr>
                <a:latin typeface="Inter"/>
              </a:defRPr>
            </a:pPr>
            <a:r>
              <a:rPr lang="en-US" smtClean="0">
                <a:latin typeface="Inter"/>
              </a:rPr>
              <a:t>Second level</a:t>
            </a:r>
          </a:p>
          <a:p>
            <a:pPr lvl="2">
              <a:defRPr>
                <a:latin typeface="Inter"/>
              </a:defRPr>
            </a:pPr>
            <a:r>
              <a:rPr lang="en-US" smtClean="0">
                <a:latin typeface="Inter"/>
              </a:rPr>
              <a:t>Third level</a:t>
            </a:r>
          </a:p>
          <a:p>
            <a:pPr lvl="3">
              <a:defRPr>
                <a:latin typeface="Inter"/>
              </a:defRPr>
            </a:pPr>
            <a:r>
              <a:rPr lang="en-US" smtClean="0">
                <a:latin typeface="Inter"/>
              </a:rPr>
              <a:t>Fourth level</a:t>
            </a:r>
          </a:p>
          <a:p>
            <a:pPr lvl="4">
              <a:defRPr>
                <a:latin typeface="Inter"/>
              </a:defRPr>
            </a:pPr>
            <a:r>
              <a:rPr lang="en-US" smtClean="0">
                <a:latin typeface="Inter"/>
              </a:rPr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>
                <a:latin typeface="Inter"/>
              </a:defRPr>
            </a:pPr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>
                <a:latin typeface="Inter"/>
              </a:defRPr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>
                <a:latin typeface="Inter"/>
              </a:defRPr>
            </a:pPr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eaLnBrk="1" hangingPunct="1" latinLnBrk="0" rtl="0">
        <a:spcBef>
          <a:spcPct val="0"/>
        </a:spcBef>
        <a:buNone/>
        <a:defRPr kern="1200"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457200" eaLnBrk="1" hangingPunct="1" indent="-342900" latinLnBrk="0" marL="342900" rtl="0">
        <a:spcBef>
          <a:spcPct val="20000"/>
        </a:spcBef>
        <a:buFont typeface="Arial"/>
        <a:buChar char="•"/>
        <a:defRPr kern="1200" sz="3200">
          <a:solidFill>
            <a:schemeClr val="tx1"/>
          </a:solidFill>
          <a:latin typeface="+mn-lt"/>
          <a:ea typeface="+mn-ea"/>
          <a:cs typeface="+mn-cs"/>
        </a:defRPr>
      </a:lvl1pPr>
      <a:lvl2pPr algn="l" defTabSz="457200" eaLnBrk="1" hangingPunct="1" indent="-285750" latinLnBrk="0" marL="742950" rtl="0">
        <a:spcBef>
          <a:spcPct val="20000"/>
        </a:spcBef>
        <a:buFont typeface="Arial"/>
        <a:buChar char="–"/>
        <a:defRPr kern="1200" sz="2800">
          <a:solidFill>
            <a:schemeClr val="tx1"/>
          </a:solidFill>
          <a:latin typeface="+mn-lt"/>
          <a:ea typeface="+mn-ea"/>
          <a:cs typeface="+mn-cs"/>
        </a:defRPr>
      </a:lvl2pPr>
      <a:lvl3pPr algn="l" defTabSz="457200" eaLnBrk="1" hangingPunct="1" indent="-228600" latinLnBrk="0" marL="11430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3pPr>
      <a:lvl4pPr algn="l" defTabSz="457200" eaLnBrk="1" hangingPunct="1" indent="-228600" latinLnBrk="0" marL="1600200" rtl="0">
        <a:spcBef>
          <a:spcPct val="20000"/>
        </a:spcBef>
        <a:buFont typeface="Arial"/>
        <a:buChar char="–"/>
        <a:defRPr kern="1200" sz="2000">
          <a:solidFill>
            <a:schemeClr val="tx1"/>
          </a:solidFill>
          <a:latin typeface="+mn-lt"/>
          <a:ea typeface="+mn-ea"/>
          <a:cs typeface="+mn-cs"/>
        </a:defRPr>
      </a:lvl4pPr>
      <a:lvl5pPr algn="l" defTabSz="457200" eaLnBrk="1" hangingPunct="1" indent="-228600" latinLnBrk="0" marL="2057400" rtl="0">
        <a:spcBef>
          <a:spcPct val="20000"/>
        </a:spcBef>
        <a:buFont typeface="Arial"/>
        <a:buChar char="»"/>
        <a:defRPr kern="1200" sz="2000">
          <a:solidFill>
            <a:schemeClr val="tx1"/>
          </a:solidFill>
          <a:latin typeface="+mn-lt"/>
          <a:ea typeface="+mn-ea"/>
          <a:cs typeface="+mn-cs"/>
        </a:defRPr>
      </a:lvl5pPr>
      <a:lvl6pPr algn="l" defTabSz="457200" eaLnBrk="1" hangingPunct="1" indent="-228600" latinLnBrk="0" marL="2514600" rtl="0">
        <a:spcBef>
          <a:spcPct val="20000"/>
        </a:spcBef>
        <a:buFont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6pPr>
      <a:lvl7pPr algn="l" defTabSz="457200" eaLnBrk="1" hangingPunct="1" indent="-228600" latinLnBrk="0" marL="2971800" rtl="0">
        <a:spcBef>
          <a:spcPct val="20000"/>
        </a:spcBef>
        <a:buFont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7pPr>
      <a:lvl8pPr algn="l" defTabSz="457200" eaLnBrk="1" hangingPunct="1" indent="-228600" latinLnBrk="0" marL="3429000" rtl="0">
        <a:spcBef>
          <a:spcPct val="20000"/>
        </a:spcBef>
        <a:buFont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8pPr>
      <a:lvl9pPr algn="l" defTabSz="457200" eaLnBrk="1" hangingPunct="1" indent="-228600" latinLnBrk="0" marL="3886200" rtl="0">
        <a:spcBef>
          <a:spcPct val="20000"/>
        </a:spcBef>
        <a:buFont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457200" eaLnBrk="1" hangingPunct="1" latinLnBrk="0" marL="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457200" eaLnBrk="1" hangingPunct="1" latinLnBrk="0" marL="457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2pPr>
      <a:lvl3pPr algn="l" defTabSz="457200" eaLnBrk="1" hangingPunct="1" latinLnBrk="0" marL="914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457200" eaLnBrk="1" hangingPunct="1" latinLnBrk="0" marL="1371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457200" eaLnBrk="1" hangingPunct="1" latinLnBrk="0" marL="18288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457200" eaLnBrk="1" hangingPunct="1" latinLnBrk="0" marL="22860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457200" eaLnBrk="1" hangingPunct="1" latinLnBrk="0" marL="2743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457200" eaLnBrk="1" hangingPunct="1" latinLnBrk="0" marL="3200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457200" eaLnBrk="1" hangingPunct="1" latinLnBrk="0" marL="3657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4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5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6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7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8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pPr lvl="0" indent="0" marL="0">
              <a:buNone/>
            </a:pPr>
            <a:r>
              <a:rPr/>
              <a:t>EduAsiste: Pitch Deck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pPr lvl="0" indent="0" marL="0">
              <a:buNone/>
            </a:pPr>
            <a:br/>
            <a:br/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HOW TO USE THIS TEMPLATE.</a:t>
            </a:r>
            <a:r>
              <a:rPr sz="2000"/>
              <a:t> 1. </a:t>
            </a:r>
            <a:r>
              <a:rPr sz="2000" i="1"/>
              <a:t>File → Make a copy.</a:t>
            </a:r>
            <a:r>
              <a:rPr sz="2000"/>
              <a:t> 2. Rename it for your prospect. 3. Replace every highlighted </a:t>
            </a:r>
            <a:r>
              <a:rPr sz="2000" b="1"/>
              <a:t>{{field}}</a:t>
            </a:r>
            <a:r>
              <a:rPr sz="2000"/>
              <a:t>. 4. Delete this box. 5. </a:t>
            </a:r>
            <a:r>
              <a:rPr sz="2000" i="1"/>
              <a:t>File → Download → PDF</a:t>
            </a:r>
            <a:r>
              <a:rPr sz="2000"/>
              <a:t> to send.</a:t>
            </a:r>
          </a:p>
          <a:p>
            <a:pPr lvl="0" indent="0" marL="1270000">
              <a:buNone/>
            </a:pPr>
            <a:r>
              <a:rPr sz="2000" b="1"/>
              <a:t>Fields in this template:</a:t>
            </a:r>
            <a:r>
              <a:rPr sz="2000"/>
              <a:t> {{Prospect Name}} · {{Company}} · {{Pain Point}} · {{Tier}} · {{Rep Name}} · {{Rep Email}}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When's the last time you really knew what your child learned today?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Not what grade they got. What they learned.</a:t>
            </a:r>
          </a:p>
          <a:p>
            <a:pPr lvl="0"/>
            <a:r>
              <a:rPr/>
              <a:t>{{Prospect Name}}, this is the question we want to answer.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problem with every learning app you've tried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Report cards come weeks late</a:t>
            </a:r>
          </a:p>
          <a:p>
            <a:pPr lvl="0"/>
            <a:r>
              <a:rPr/>
              <a:t>Parent dashboards show scores, not understanding</a:t>
            </a:r>
          </a:p>
          <a:p>
            <a:pPr lvl="0"/>
            <a:r>
              <a:rPr/>
              <a:t>Homework apps add friction, not signal</a:t>
            </a:r>
          </a:p>
          <a:p>
            <a:pPr lvl="0"/>
            <a:r>
              <a:rPr/>
              <a:t>You're always one conversation behind your child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if your child had their own AI tutor, and you had one too?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Child's learning twin and your parent twin, talking to each other</a:t>
            </a:r>
          </a:p>
          <a:p>
            <a:pPr lvl="0"/>
            <a:r>
              <a:rPr/>
              <a:t>Two twins. One continuous conversation.</a:t>
            </a:r>
          </a:p>
          <a:p>
            <a:pPr lvl="0"/>
            <a:r>
              <a:rPr/>
              <a:t>This is EduAsiste.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See. Assign.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See what your child learned today. Ask your twin "How's Emma doing in reading?" and get a live answer.</a:t>
            </a:r>
          </a:p>
          <a:p>
            <a:pPr lvl="0"/>
            <a:r>
              <a:rPr/>
              <a:t>Assign homework in 30 seconds: type the topic, the system builds the worksheet plus a private answer key for you.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Guide. Track.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Socratic study sessions: your child's twin asks questions instead of handing out answers, and you get a summary of what clicked.</a:t>
            </a:r>
          </a:p>
          <a:p>
            <a:pPr lvl="0"/>
            <a:r>
              <a:rPr/>
              <a:t>Goals that actually move. Set it once, and progress updates itself as your child works.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Built on trust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Every time you look at your child's data, they can see it happened</a:t>
            </a:r>
          </a:p>
          <a:p>
            <a:pPr lvl="0"/>
            <a:r>
              <a:rPr/>
              <a:t>No secret surveillance</a:t>
            </a:r>
          </a:p>
          <a:p>
            <a:pPr lvl="0"/>
            <a:r>
              <a:rPr/>
              <a:t>Your child's twin belongs to them, not to us or to their school</a:t>
            </a:r>
          </a:p>
          <a:p>
            <a:pPr lvl="0"/>
            <a:r>
              <a:rPr/>
              <a:t>Privacy is a feature, not a footnote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This month and next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Quizzes and tests with auto-grading</a:t>
            </a:r>
          </a:p>
          <a:p>
            <a:pPr lvl="0"/>
            <a:r>
              <a:rPr/>
              <a:t>Classroom view, for teachers managing whole cohorts</a:t>
            </a:r>
          </a:p>
          <a:p>
            <a:pPr lvl="0"/>
            <a:r>
              <a:rPr/>
              <a:t>Co-parent collaboration: draft assignments together, send as a team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Start with one child this week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Free trial on the {{Tier}} plan, no credit card</a:t>
            </a:r>
          </a:p>
          <a:p>
            <a:pPr lvl="0"/>
            <a:r>
              <a:rPr/>
              <a:t>5-minute setup: you get a parent twin, your child gets a learning twin</a:t>
            </a:r>
          </a:p>
          <a:p>
            <a:pPr lvl="0"/>
            <a:r>
              <a:rPr/>
              <a:t>First worksheet before dinner tonight</a:t>
            </a:r>
          </a:p>
          <a:p>
            <a:pPr lvl="0"/>
            <a:r>
              <a:rPr/>
              <a:t>Book your demo: {{Demo Date}}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2026-06-08T21:21:36Z</dcterms:created>
  <dcterms:modified xsi:type="dcterms:W3CDTF">2026-06-08T21:21:36Z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