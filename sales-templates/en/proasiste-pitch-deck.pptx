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13" Type="http://schemas.openxmlformats.org/officeDocument/2006/relationships/printerSettings" Target="printerSettings/printerSettings1.bin" /><Relationship Id="rId14" Type="http://schemas.openxmlformats.org/officeDocument/2006/relationships/presProps" Target="presProps.xml" /><Relationship Id="rId15" Type="http://schemas.openxmlformats.org/officeDocument/2006/relationships/viewProps" Target="viewProps.xml" /><Relationship Id="rId16" Type="http://schemas.openxmlformats.org/officeDocument/2006/relationships/theme" Target="theme/theme1.xml" /><Relationship Id="rId1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Don't answer the question. Wait 3 seconds. Let it sit. Every owner-operator in the room has felt the gap between "I think Maria's on it" and actually knowing. Drop in {{Prospect Name}} and {{Company}} to make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Nod along with the pain — owners live this every day. If {{Pain Point}} came up on the discovery call, name it: "you told me {{Pain Point}} — that's exactly slide two." The "walks out the door" line hits hardest with anyone who's lost a key employee.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aha. Pause here. It's a different mental model than project management — not another tool your team has to update, a twin that already knows. Let it land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two features that close the sale. Demo them live if you can — the live answer to "where do things stand" is the moment they lean in. For owners holding too much in their head and on sticky notes, the one-sentence delegation sells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where it stops looking like a chat tool and starts looking like an operating system for the business. The new-hire angle wins anyone who's lost institutional memory. The goal roll-up wins owners running structured, accountable quarters.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converts owners who worry their team will see twins as spyware. Visibility with transparency is the whole pitch — you get oversight, they get to see it's not secret. Don't skip it for cautious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Shows momentum and creates FOMO for early adopters. Tie one item to {{Company}}'s situation — if they work closely with an accountant, lead with guest seats.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it as a low-risk pilot, not a platform migration. The trial sells itself the first time the twin answers a question that would have cost a meeting. Close on the demo — confirm {{Demo Date}} before you leave the room. Leave {{Prospect Name}} your details: {{Rep Name}} / {{Rep Email}}.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>
              <a:defRPr b="1">
                <a:solidFill>
                  <a:srgbClr val="92700F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ProAsiste —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HOW TO USE THIS TEMPLATE</a:t>
            </a:r>
            <a:r>
              <a:rPr sz="2000"/>
              <a:t> — 1. </a:t>
            </a:r>
            <a:r>
              <a:rPr sz="2000" i="1"/>
              <a:t>File → Make a copy.</a:t>
            </a:r>
            <a:r>
              <a:rPr sz="2000"/>
              <a:t> 2. Rename it for your prospect. 3. Replace every highlighted </a:t>
            </a:r>
            <a:r>
              <a:rPr sz="2000" b="1"/>
              <a:t>{{field}}</a:t>
            </a:r>
            <a:r>
              <a:rPr sz="2000"/>
              <a:t>. 4. Delete this box. 5. </a:t>
            </a:r>
            <a:r>
              <a:rPr sz="2000" i="1"/>
              <a:t>File → Download → PDF</a:t>
            </a:r>
            <a:r>
              <a:rPr sz="2000"/>
              <a:t> to send.</a:t>
            </a:r>
          </a:p>
          <a:p>
            <a:pPr lvl="0" indent="0" marL="1270000">
              <a:buNone/>
            </a:pPr>
            <a:r>
              <a:rPr sz="2000" b="1"/>
              <a:t>Fields in this template:</a:t>
            </a:r>
            <a:r>
              <a:rPr sz="2000"/>
              <a:t> {{Prospect Name}} · {{Company}} · {{Pain Point}} · {{Tier}} · {{Rep Name}} · {{Rep Email}}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When's the last time you knew — without a meeting — what every person on your team was working 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 what they said in standup. What they actually handled.</a:t>
            </a:r>
          </a:p>
          <a:p>
            <a:pPr lvl="0"/>
            <a:r>
              <a:rPr/>
              <a:t>{{Prospect Name}}, this is the question we want to answer for {{Company}}.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 with running on status meetings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Status meetings to find out what already happened</a:t>
            </a:r>
          </a:p>
          <a:p>
            <a:pPr lvl="0"/>
            <a:r>
              <a:rPr/>
              <a:t>Knowledge lives in people's heads — and walks out the door when they leave</a:t>
            </a:r>
          </a:p>
          <a:p>
            <a:pPr lvl="0"/>
            <a:r>
              <a:rPr/>
              <a:t>Reports compiled by hand, stale the moment they're done</a:t>
            </a:r>
          </a:p>
          <a:p>
            <a:pPr lvl="0"/>
            <a:r>
              <a:rPr/>
              <a:t>You're always one step behind your own operation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every person on your team had their own AI twin — and you had an owner twin too?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Team twins and your owner twin, talking to each other</a:t>
            </a:r>
          </a:p>
          <a:p>
            <a:pPr lvl="0"/>
            <a:r>
              <a:rPr/>
              <a:t>Two twins. One continuous conversation.</a:t>
            </a:r>
          </a:p>
          <a:p>
            <a:pPr lvl="0"/>
            <a:r>
              <a:rPr/>
              <a:t>This is ProAsiste — a daily standup that writes itself.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See. Delegate.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See what your team handled today — ask your twin "Where do the Q3 installs stand?" Live answer, pulled from your team's twins. No status meeting.</a:t>
            </a:r>
          </a:p>
          <a:p>
            <a:pPr lvl="0"/>
            <a:r>
              <a:rPr/>
              <a:t>Delegate in one sentence — type "have Maria follow up on the Henderson quote by Friday" and it lands in her twin's chat, tracked back to yours.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Onboard. Move goals.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Day-one context for new hires — every conversation, fact, and filed doc feeds a shared knowledge graph; new hires get years of context on day one without asking anyone.</a:t>
            </a:r>
          </a:p>
          <a:p>
            <a:pPr lvl="0"/>
            <a:r>
              <a:rPr/>
              <a:t>Goals the whole team moves — set "$75K recurring by Q4," every team member's progress rolls up into the bar automatically.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Oversight your team actually trusts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Administrator, employee, and mentor roles per seat</a:t>
            </a:r>
          </a:p>
          <a:p>
            <a:pPr lvl="0"/>
            <a:r>
              <a:rPr/>
              <a:t>Everyone sees who can see what — no black-box surveillance</a:t>
            </a:r>
          </a:p>
          <a:p>
            <a:pPr lvl="0"/>
            <a:r>
              <a:rPr/>
              <a:t>Mentor seats are free</a:t>
            </a:r>
          </a:p>
          <a:p>
            <a:pPr lvl="0"/>
            <a:r>
              <a:rPr/>
              <a:t>You get the full picture; your team keeps their trust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quarter and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Team dashboard across every seat</a:t>
            </a:r>
          </a:p>
          <a:p>
            <a:pPr lvl="0"/>
            <a:r>
              <a:rPr/>
              <a:t>Advisor and accountant guest seats</a:t>
            </a:r>
          </a:p>
          <a:p>
            <a:pPr lvl="0"/>
            <a:r>
              <a:rPr/>
              <a:t>Approval workflows for quotes and spend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with your team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Free trial on the {{Tier}} plan — no credit card</a:t>
            </a:r>
          </a:p>
          <a:p>
            <a:pPr lvl="0"/>
            <a:r>
              <a:rPr/>
              <a:t>Quick setup: you get an owner twin, each team member gets their own</a:t>
            </a:r>
          </a:p>
          <a:p>
            <a:pPr lvl="0"/>
            <a:r>
              <a:rPr/>
              <a:t>First "where do things stand" answer before your next status meeting</a:t>
            </a:r>
          </a:p>
          <a:p>
            <a:pPr lvl="0"/>
            <a:r>
              <a:rPr/>
              <a:t>Book your demo: {{Demo Date}}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2026-06-08T18:54:55Z</dcterms:created>
  <dcterms:modified xsi:type="dcterms:W3CDTF">2026-06-08T18:54:55Z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