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>
              <a:defRPr b="1">
                <a:solidFill>
                  <a:srgbClr val="92700F"/>
                </a:solidFill>
                <a:latin typeface="Inter"/>
              </a:defRPr>
            </a:pPr>
            <a:r>
              <a:rPr lang="en-US" smtClean="0"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92700F"/>
                </a:solidFill>
                <a:latin typeface="Inter"/>
              </a:defRPr>
            </a:pPr>
            <a:r>
              <a:rPr lang="en-US" smtClean="0"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  <a:p>
            <a:pPr lvl="1">
              <a:defRPr>
                <a:latin typeface="Inter"/>
              </a:defRPr>
            </a:pPr>
            <a:r>
              <a:rPr lang="en-US" smtClean="0">
                <a:latin typeface="Inter"/>
              </a:rPr>
              <a:t>Second level</a:t>
            </a:r>
          </a:p>
          <a:p>
            <a:pPr lvl="2">
              <a:defRPr>
                <a:latin typeface="Inter"/>
              </a:defRPr>
            </a:pPr>
            <a:r>
              <a:rPr lang="en-US" smtClean="0">
                <a:latin typeface="Inter"/>
              </a:rPr>
              <a:t>Third level</a:t>
            </a:r>
          </a:p>
          <a:p>
            <a:pPr lvl="3">
              <a:defRPr>
                <a:latin typeface="Inter"/>
              </a:defRPr>
            </a:pPr>
            <a:r>
              <a:rPr lang="en-US" smtClean="0">
                <a:latin typeface="Inter"/>
              </a:rPr>
              <a:t>Fourth level</a:t>
            </a:r>
          </a:p>
          <a:p>
            <a:pPr lvl="4">
              <a:defRPr>
                <a:latin typeface="Inter"/>
              </a:defRPr>
            </a:pPr>
            <a:r>
              <a:rPr lang="en-US" smtClean="0">
                <a:latin typeface="Inter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 b="1">
                <a:solidFill>
                  <a:srgbClr val="92700F"/>
                </a:solidFill>
                <a:latin typeface="Inter"/>
              </a:defRPr>
            </a:pPr>
            <a:r>
              <a:rPr lang="en-US" smtClean="0"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92700F"/>
                </a:solidFill>
                <a:latin typeface="Inter"/>
              </a:defRPr>
            </a:pPr>
            <a:r>
              <a:rPr lang="en-US" smtClean="0"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  <a:p>
            <a:pPr lvl="1">
              <a:defRPr>
                <a:latin typeface="Inter"/>
              </a:defRPr>
            </a:pPr>
            <a:r>
              <a:rPr lang="en-US" smtClean="0">
                <a:latin typeface="Inter"/>
              </a:rPr>
              <a:t>Second level</a:t>
            </a:r>
          </a:p>
          <a:p>
            <a:pPr lvl="2">
              <a:defRPr>
                <a:latin typeface="Inter"/>
              </a:defRPr>
            </a:pPr>
            <a:r>
              <a:rPr lang="en-US" smtClean="0">
                <a:latin typeface="Inter"/>
              </a:rPr>
              <a:t>Third level</a:t>
            </a:r>
          </a:p>
          <a:p>
            <a:pPr lvl="3">
              <a:defRPr>
                <a:latin typeface="Inter"/>
              </a:defRPr>
            </a:pPr>
            <a:r>
              <a:rPr lang="en-US" smtClean="0">
                <a:latin typeface="Inter"/>
              </a:rPr>
              <a:t>Fourth level</a:t>
            </a:r>
          </a:p>
          <a:p>
            <a:pPr lvl="4">
              <a:defRPr>
                <a:latin typeface="Inter"/>
              </a:defRPr>
            </a:pPr>
            <a:r>
              <a:rPr lang="en-US" smtClean="0">
                <a:latin typeface="Inter"/>
              </a:rPr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  <a:p>
            <a:pPr lvl="1">
              <a:defRPr>
                <a:latin typeface="Inter"/>
              </a:defRPr>
            </a:pPr>
            <a:r>
              <a:rPr lang="en-US" smtClean="0">
                <a:latin typeface="Inter"/>
              </a:rPr>
              <a:t>Second level</a:t>
            </a:r>
          </a:p>
          <a:p>
            <a:pPr lvl="2">
              <a:defRPr>
                <a:latin typeface="Inter"/>
              </a:defRPr>
            </a:pPr>
            <a:r>
              <a:rPr lang="en-US" smtClean="0">
                <a:latin typeface="Inter"/>
              </a:rPr>
              <a:t>Third level</a:t>
            </a:r>
          </a:p>
          <a:p>
            <a:pPr lvl="3">
              <a:defRPr>
                <a:latin typeface="Inter"/>
              </a:defRPr>
            </a:pPr>
            <a:r>
              <a:rPr lang="en-US" smtClean="0">
                <a:latin typeface="Inter"/>
              </a:rPr>
              <a:t>Fourth level</a:t>
            </a:r>
          </a:p>
          <a:p>
            <a:pPr lvl="4">
              <a:defRPr>
                <a:latin typeface="Inter"/>
              </a:defRPr>
            </a:pPr>
            <a:r>
              <a:rPr lang="en-US" smtClean="0">
                <a:latin typeface="Inter"/>
              </a:rPr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 b="1">
                <a:solidFill>
                  <a:srgbClr val="92700F"/>
                </a:solidFill>
                <a:latin typeface="Inter"/>
              </a:defRPr>
            </a:pPr>
            <a:r>
              <a:rPr lang="en-US" smtClean="0"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  <a:p>
            <a:pPr lvl="1">
              <a:defRPr>
                <a:latin typeface="Inter"/>
              </a:defRPr>
            </a:pPr>
            <a:r>
              <a:rPr lang="en-US" smtClean="0">
                <a:latin typeface="Inter"/>
              </a:rPr>
              <a:t>Second level</a:t>
            </a:r>
          </a:p>
          <a:p>
            <a:pPr lvl="2">
              <a:defRPr>
                <a:latin typeface="Inter"/>
              </a:defRPr>
            </a:pPr>
            <a:r>
              <a:rPr lang="en-US" smtClean="0">
                <a:latin typeface="Inter"/>
              </a:rPr>
              <a:t>Third level</a:t>
            </a:r>
          </a:p>
          <a:p>
            <a:pPr lvl="3">
              <a:defRPr>
                <a:latin typeface="Inter"/>
              </a:defRPr>
            </a:pPr>
            <a:r>
              <a:rPr lang="en-US" smtClean="0">
                <a:latin typeface="Inter"/>
              </a:rPr>
              <a:t>Fourth level</a:t>
            </a:r>
          </a:p>
          <a:p>
            <a:pPr lvl="4">
              <a:defRPr>
                <a:latin typeface="Inter"/>
              </a:defRPr>
            </a:pPr>
            <a:r>
              <a:rPr lang="en-US" smtClean="0">
                <a:latin typeface="Inter"/>
              </a:rPr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  <a:p>
            <a:pPr lvl="1">
              <a:defRPr>
                <a:latin typeface="Inter"/>
              </a:defRPr>
            </a:pPr>
            <a:r>
              <a:rPr lang="en-US" smtClean="0">
                <a:latin typeface="Inter"/>
              </a:rPr>
              <a:t>Second level</a:t>
            </a:r>
          </a:p>
          <a:p>
            <a:pPr lvl="2">
              <a:defRPr>
                <a:latin typeface="Inter"/>
              </a:defRPr>
            </a:pPr>
            <a:r>
              <a:rPr lang="en-US" smtClean="0">
                <a:latin typeface="Inter"/>
              </a:rPr>
              <a:t>Third level</a:t>
            </a:r>
          </a:p>
          <a:p>
            <a:pPr lvl="3">
              <a:defRPr>
                <a:latin typeface="Inter"/>
              </a:defRPr>
            </a:pPr>
            <a:r>
              <a:rPr lang="en-US" smtClean="0">
                <a:latin typeface="Inter"/>
              </a:rPr>
              <a:t>Fourth level</a:t>
            </a:r>
          </a:p>
          <a:p>
            <a:pPr lvl="4">
              <a:defRPr>
                <a:latin typeface="Inter"/>
              </a:defRPr>
            </a:pPr>
            <a:r>
              <a:rPr lang="en-US" smtClean="0">
                <a:latin typeface="Inter"/>
              </a:rPr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92700F"/>
                </a:solidFill>
                <a:latin typeface="Inter"/>
              </a:defRPr>
            </a:pPr>
            <a:r>
              <a:rPr lang="en-US" smtClean="0"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 b="1">
                <a:solidFill>
                  <a:srgbClr val="92700F"/>
                </a:solidFill>
                <a:latin typeface="Inter"/>
              </a:defRPr>
            </a:pPr>
            <a:r>
              <a:rPr lang="en-US" smtClean="0"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  <a:p>
            <a:pPr lvl="1">
              <a:defRPr>
                <a:latin typeface="Inter"/>
              </a:defRPr>
            </a:pPr>
            <a:r>
              <a:rPr lang="en-US" smtClean="0">
                <a:latin typeface="Inter"/>
              </a:rPr>
              <a:t>Second level</a:t>
            </a:r>
          </a:p>
          <a:p>
            <a:pPr lvl="2">
              <a:defRPr>
                <a:latin typeface="Inter"/>
              </a:defRPr>
            </a:pPr>
            <a:r>
              <a:rPr lang="en-US" smtClean="0">
                <a:latin typeface="Inter"/>
              </a:rPr>
              <a:t>Third level</a:t>
            </a:r>
          </a:p>
          <a:p>
            <a:pPr lvl="3">
              <a:defRPr>
                <a:latin typeface="Inter"/>
              </a:defRPr>
            </a:pPr>
            <a:r>
              <a:rPr lang="en-US" smtClean="0">
                <a:latin typeface="Inter"/>
              </a:rPr>
              <a:t>Fourth level</a:t>
            </a:r>
          </a:p>
          <a:p>
            <a:pPr lvl="4">
              <a:defRPr>
                <a:latin typeface="Inter"/>
              </a:defRPr>
            </a:pPr>
            <a:r>
              <a:rPr lang="en-US" smtClean="0">
                <a:latin typeface="Inter"/>
              </a:rPr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 b="1">
                <a:solidFill>
                  <a:srgbClr val="92700F"/>
                </a:solidFill>
                <a:latin typeface="Inter"/>
              </a:defRPr>
            </a:pPr>
            <a:r>
              <a:rPr lang="en-US" smtClean="0"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92700F"/>
                </a:solidFill>
                <a:latin typeface="Inter"/>
              </a:defRPr>
            </a:pPr>
            <a:r>
              <a:rPr lang="en-US" smtClean="0"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  <a:p>
            <a:pPr lvl="1">
              <a:defRPr>
                <a:latin typeface="Inter"/>
              </a:defRPr>
            </a:pPr>
            <a:r>
              <a:rPr lang="en-US" smtClean="0">
                <a:latin typeface="Inter"/>
              </a:rPr>
              <a:t>Second level</a:t>
            </a:r>
          </a:p>
          <a:p>
            <a:pPr lvl="2">
              <a:defRPr>
                <a:latin typeface="Inter"/>
              </a:defRPr>
            </a:pPr>
            <a:r>
              <a:rPr lang="en-US" smtClean="0">
                <a:latin typeface="Inter"/>
              </a:rPr>
              <a:t>Third level</a:t>
            </a:r>
          </a:p>
          <a:p>
            <a:pPr lvl="3">
              <a:defRPr>
                <a:latin typeface="Inter"/>
              </a:defRPr>
            </a:pPr>
            <a:r>
              <a:rPr lang="en-US" smtClean="0">
                <a:latin typeface="Inter"/>
              </a:rPr>
              <a:t>Fourth level</a:t>
            </a:r>
          </a:p>
          <a:p>
            <a:pPr lvl="4">
              <a:defRPr>
                <a:latin typeface="Inter"/>
              </a:defRPr>
            </a:pPr>
            <a:r>
              <a:rPr lang="en-US" smtClean="0">
                <a:latin typeface="Inter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 b="1">
                <a:solidFill>
                  <a:srgbClr val="92700F"/>
                </a:solidFill>
                <a:latin typeface="Inter"/>
              </a:defRPr>
            </a:pPr>
            <a:r>
              <a:rPr lang="en-US" smtClean="0"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  <a:p>
            <a:pPr lvl="1">
              <a:defRPr>
                <a:latin typeface="Inter"/>
              </a:defRPr>
            </a:pPr>
            <a:r>
              <a:rPr lang="en-US" smtClean="0">
                <a:latin typeface="Inter"/>
              </a:rPr>
              <a:t>Second level</a:t>
            </a:r>
          </a:p>
          <a:p>
            <a:pPr lvl="2">
              <a:defRPr>
                <a:latin typeface="Inter"/>
              </a:defRPr>
            </a:pPr>
            <a:r>
              <a:rPr lang="en-US" smtClean="0">
                <a:latin typeface="Inter"/>
              </a:rPr>
              <a:t>Third level</a:t>
            </a:r>
          </a:p>
          <a:p>
            <a:pPr lvl="3">
              <a:defRPr>
                <a:latin typeface="Inter"/>
              </a:defRPr>
            </a:pPr>
            <a:r>
              <a:rPr lang="en-US" smtClean="0">
                <a:latin typeface="Inter"/>
              </a:rPr>
              <a:t>Fourth level</a:t>
            </a:r>
          </a:p>
          <a:p>
            <a:pPr lvl="4">
              <a:defRPr>
                <a:latin typeface="Inter"/>
              </a:defRPr>
            </a:pPr>
            <a:r>
              <a:rPr lang="en-US" smtClean="0">
                <a:latin typeface="Inter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 b="1">
                <a:solidFill>
                  <a:srgbClr val="92700F"/>
                </a:solidFill>
                <a:latin typeface="Inter"/>
              </a:defRPr>
            </a:pPr>
            <a:r>
              <a:rPr lang="en-US" smtClean="0"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  <a:p>
            <a:pPr lvl="1">
              <a:defRPr>
                <a:latin typeface="Inter"/>
              </a:defRPr>
            </a:pPr>
            <a:r>
              <a:rPr lang="en-US" smtClean="0">
                <a:latin typeface="Inter"/>
              </a:rPr>
              <a:t>Second level</a:t>
            </a:r>
          </a:p>
          <a:p>
            <a:pPr lvl="2">
              <a:defRPr>
                <a:latin typeface="Inter"/>
              </a:defRPr>
            </a:pPr>
            <a:r>
              <a:rPr lang="en-US" smtClean="0">
                <a:latin typeface="Inter"/>
              </a:rPr>
              <a:t>Third level</a:t>
            </a:r>
          </a:p>
          <a:p>
            <a:pPr lvl="3">
              <a:defRPr>
                <a:latin typeface="Inter"/>
              </a:defRPr>
            </a:pPr>
            <a:r>
              <a:rPr lang="en-US" smtClean="0">
                <a:latin typeface="Inter"/>
              </a:rPr>
              <a:t>Fourth level</a:t>
            </a:r>
          </a:p>
          <a:p>
            <a:pPr lvl="4">
              <a:defRPr>
                <a:latin typeface="Inter"/>
              </a:defRPr>
            </a:pPr>
            <a:r>
              <a:rPr lang="en-US" smtClean="0">
                <a:latin typeface="Inter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>
                <a:latin typeface="Inter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>
                <a:latin typeface="Inter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